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922908673b4c1d" /><Relationship Type="http://schemas.openxmlformats.org/officeDocument/2006/relationships/extended-properties" Target="/docProps/app.xml" Id="Rb71567e708454933" /><Relationship Type="http://schemas.openxmlformats.org/officeDocument/2006/relationships/officeDocument" Target="/ppt/presentation.xml" Id="R8f5ff451b42248af" /></Relationships>
</file>

<file path=ppt/presentation.xml><?xml version="1.0" encoding="utf-8"?>
<p:presentation xmlns:p="http://schemas.openxmlformats.org/presentationml/2006/main">
  <p:sldMasterIdLst>
    <p:sldMasterId xmlns:r="http://schemas.openxmlformats.org/officeDocument/2006/relationships" id="2147483648" r:id="R98451e68a2ac4ff1"/>
  </p:sldMasterIdLst>
  <p:notesMasterIdLst>
    <p:notesMasterId xmlns:r="http://schemas.openxmlformats.org/officeDocument/2006/relationships" r:id="R3a799f76e6ea492b"/>
  </p:notesMasterIdLst>
  <p:sldIdLst>
    <p:sldId xmlns:r="http://schemas.openxmlformats.org/officeDocument/2006/relationships" id="256" r:id="R13cfbd9bddcd4fa7"/>
    <p:sldId xmlns:r="http://schemas.openxmlformats.org/officeDocument/2006/relationships" id="257" r:id="R20d98d858e4d400d"/>
    <p:sldId xmlns:r="http://schemas.openxmlformats.org/officeDocument/2006/relationships" id="258" r:id="Rcaf847b95f3c4c01"/>
    <p:sldId xmlns:r="http://schemas.openxmlformats.org/officeDocument/2006/relationships" id="259" r:id="Re872fdd2df6542e5"/>
    <p:sldId xmlns:r="http://schemas.openxmlformats.org/officeDocument/2006/relationships" id="260" r:id="Rc59008f3316d4399"/>
    <p:sldId xmlns:r="http://schemas.openxmlformats.org/officeDocument/2006/relationships" id="261" r:id="R3ecf56ed1caa428f"/>
    <p:sldId xmlns:r="http://schemas.openxmlformats.org/officeDocument/2006/relationships" id="262" r:id="R67ba998ee8324951"/>
    <p:sldId xmlns:r="http://schemas.openxmlformats.org/officeDocument/2006/relationships" id="263" r:id="R2905c518ec4d456f"/>
    <p:sldId xmlns:r="http://schemas.openxmlformats.org/officeDocument/2006/relationships" id="264" r:id="Rfd8b161dd53f4b18"/>
    <p:sldId xmlns:r="http://schemas.openxmlformats.org/officeDocument/2006/relationships" id="265" r:id="Rc8307573e81641ea"/>
    <p:sldId xmlns:r="http://schemas.openxmlformats.org/officeDocument/2006/relationships" id="266" r:id="Rf4bc870e9cc74b4b"/>
    <p:sldId xmlns:r="http://schemas.openxmlformats.org/officeDocument/2006/relationships" id="267" r:id="Rdcab4da370d843a0"/>
    <p:sldId xmlns:r="http://schemas.openxmlformats.org/officeDocument/2006/relationships" id="268" r:id="R9b44c93ea1504d76"/>
    <p:sldId xmlns:r="http://schemas.openxmlformats.org/officeDocument/2006/relationships" id="269" r:id="Ra8571f463eea4db5"/>
    <p:sldId xmlns:r="http://schemas.openxmlformats.org/officeDocument/2006/relationships" id="270" r:id="Rf4c8f32d855c4a1e"/>
    <p:sldId xmlns:r="http://schemas.openxmlformats.org/officeDocument/2006/relationships" id="271" r:id="R00e3fab263ab4023"/>
    <p:sldId xmlns:r="http://schemas.openxmlformats.org/officeDocument/2006/relationships" id="272" r:id="Rb2c40f39342f4a04"/>
    <p:sldId xmlns:r="http://schemas.openxmlformats.org/officeDocument/2006/relationships" id="273" r:id="Ra5f445c0ba9c4a3c"/>
    <p:sldId xmlns:r="http://schemas.openxmlformats.org/officeDocument/2006/relationships" id="274" r:id="R615498b71a27498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5f05830ddb4015" /><Relationship Type="http://schemas.openxmlformats.org/officeDocument/2006/relationships/slideMaster" Target="/ppt/slideMasters/slideMaster1.xml" Id="R98451e68a2ac4ff1" /><Relationship Type="http://schemas.openxmlformats.org/officeDocument/2006/relationships/notesMaster" Target="/ppt/notesMasters/notesMaster1.xml" Id="R3a799f76e6ea492b" /><Relationship Type="http://schemas.openxmlformats.org/officeDocument/2006/relationships/presProps" Target="/ppt/presProps.xml" Id="R9be55c32fe974d70" /><Relationship Type="http://schemas.openxmlformats.org/officeDocument/2006/relationships/tableStyles" Target="/ppt/tableStyles.xml" Id="Rc85994c21d3a4fe6" /><Relationship Type="http://schemas.openxmlformats.org/officeDocument/2006/relationships/slide" Target="/ppt/slides/slide1.xml" Id="R13cfbd9bddcd4fa7" /><Relationship Type="http://schemas.openxmlformats.org/officeDocument/2006/relationships/slide" Target="/ppt/slides/slide2.xml" Id="R20d98d858e4d400d" /><Relationship Type="http://schemas.openxmlformats.org/officeDocument/2006/relationships/slide" Target="/ppt/slides/slide3.xml" Id="Rcaf847b95f3c4c01" /><Relationship Type="http://schemas.openxmlformats.org/officeDocument/2006/relationships/slide" Target="/ppt/slides/slide4.xml" Id="Re872fdd2df6542e5" /><Relationship Type="http://schemas.openxmlformats.org/officeDocument/2006/relationships/slide" Target="/ppt/slides/slide5.xml" Id="Rc59008f3316d4399" /><Relationship Type="http://schemas.openxmlformats.org/officeDocument/2006/relationships/slide" Target="/ppt/slides/slide6.xml" Id="R3ecf56ed1caa428f" /><Relationship Type="http://schemas.openxmlformats.org/officeDocument/2006/relationships/slide" Target="/ppt/slides/slide7.xml" Id="R67ba998ee8324951" /><Relationship Type="http://schemas.openxmlformats.org/officeDocument/2006/relationships/slide" Target="/ppt/slides/slide8.xml" Id="R2905c518ec4d456f" /><Relationship Type="http://schemas.openxmlformats.org/officeDocument/2006/relationships/slide" Target="/ppt/slides/slide9.xml" Id="Rfd8b161dd53f4b18" /><Relationship Type="http://schemas.openxmlformats.org/officeDocument/2006/relationships/slide" Target="/ppt/slides/slide10.xml" Id="Rc8307573e81641ea" /><Relationship Type="http://schemas.openxmlformats.org/officeDocument/2006/relationships/slide" Target="/ppt/slides/slide11.xml" Id="Rf4bc870e9cc74b4b" /><Relationship Type="http://schemas.openxmlformats.org/officeDocument/2006/relationships/slide" Target="/ppt/slides/slide12.xml" Id="Rdcab4da370d843a0" /><Relationship Type="http://schemas.openxmlformats.org/officeDocument/2006/relationships/slide" Target="/ppt/slides/slide13.xml" Id="R9b44c93ea1504d76" /><Relationship Type="http://schemas.openxmlformats.org/officeDocument/2006/relationships/slide" Target="/ppt/slides/slide14.xml" Id="Ra8571f463eea4db5" /><Relationship Type="http://schemas.openxmlformats.org/officeDocument/2006/relationships/slide" Target="/ppt/slides/slide15.xml" Id="Rf4c8f32d855c4a1e" /><Relationship Type="http://schemas.openxmlformats.org/officeDocument/2006/relationships/slide" Target="/ppt/slides/slide16.xml" Id="R00e3fab263ab4023" /><Relationship Type="http://schemas.openxmlformats.org/officeDocument/2006/relationships/slide" Target="/ppt/slides/slide17.xml" Id="Rb2c40f39342f4a04" /><Relationship Type="http://schemas.openxmlformats.org/officeDocument/2006/relationships/slide" Target="/ppt/slides/slide18.xml" Id="Ra5f445c0ba9c4a3c" /><Relationship Type="http://schemas.openxmlformats.org/officeDocument/2006/relationships/slide" Target="/ppt/slides/slide19.xml" Id="R615498b71a2749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b7d28fa1d49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b56ed895674fc5" /><Relationship Type="http://schemas.openxmlformats.org/officeDocument/2006/relationships/notesMaster" Target="/ppt/notesMasters/notesMaster1.xml" Id="R61cb1010c1d64f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83bf40e3824867" /><Relationship Type="http://schemas.openxmlformats.org/officeDocument/2006/relationships/notesMaster" Target="/ppt/notesMasters/notesMaster1.xml" Id="R138ae2c3abbe41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2ba5142cde487a" /><Relationship Type="http://schemas.openxmlformats.org/officeDocument/2006/relationships/notesMaster" Target="/ppt/notesMasters/notesMaster1.xml" Id="Rcdd0d35086fc4e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b09128a0d54475" /><Relationship Type="http://schemas.openxmlformats.org/officeDocument/2006/relationships/notesMaster" Target="/ppt/notesMasters/notesMaster1.xml" Id="Rc26c1cb8b30c40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2c48b0147a4c87" /><Relationship Type="http://schemas.openxmlformats.org/officeDocument/2006/relationships/notesMaster" Target="/ppt/notesMasters/notesMaster1.xml" Id="Rca1d0c221cb746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bd929596f1491f" /><Relationship Type="http://schemas.openxmlformats.org/officeDocument/2006/relationships/notesMaster" Target="/ppt/notesMasters/notesMaster1.xml" Id="R57e62e723e6243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050c6fc37e4f54" /><Relationship Type="http://schemas.openxmlformats.org/officeDocument/2006/relationships/notesMaster" Target="/ppt/notesMasters/notesMaster1.xml" Id="Rcddd66eb986641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fd119ec5314e62" /><Relationship Type="http://schemas.openxmlformats.org/officeDocument/2006/relationships/notesMaster" Target="/ppt/notesMasters/notesMaster1.xml" Id="R91773c221b194e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0c5924664b4d64" /><Relationship Type="http://schemas.openxmlformats.org/officeDocument/2006/relationships/notesMaster" Target="/ppt/notesMasters/notesMaster1.xml" Id="R1c25e3c2bc9944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d54bb6b50f4a1a" /><Relationship Type="http://schemas.openxmlformats.org/officeDocument/2006/relationships/notesMaster" Target="/ppt/notesMasters/notesMaster1.xml" Id="Rf08c3a412dfb42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da0ef91de4ac5" /><Relationship Type="http://schemas.openxmlformats.org/officeDocument/2006/relationships/notesMaster" Target="/ppt/notesMasters/notesMaster1.xml" Id="R319fbd0a1be849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5e4cc2957c435e" /><Relationship Type="http://schemas.openxmlformats.org/officeDocument/2006/relationships/notesMaster" Target="/ppt/notesMasters/notesMaster1.xml" Id="R4282472eca8447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fbc2c8e083482c" /><Relationship Type="http://schemas.openxmlformats.org/officeDocument/2006/relationships/notesMaster" Target="/ppt/notesMasters/notesMaster1.xml" Id="R87fac8ca3e7b46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05f948e7b14af5" /><Relationship Type="http://schemas.openxmlformats.org/officeDocument/2006/relationships/notesMaster" Target="/ppt/notesMasters/notesMaster1.xml" Id="R5d6db800b3a84b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ad8bab9b804ec6" /><Relationship Type="http://schemas.openxmlformats.org/officeDocument/2006/relationships/notesMaster" Target="/ppt/notesMasters/notesMaster1.xml" Id="R94e62a69a1434a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bbb509a8f74bfa" /><Relationship Type="http://schemas.openxmlformats.org/officeDocument/2006/relationships/notesMaster" Target="/ppt/notesMasters/notesMaster1.xml" Id="R4a58aa29db6b41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bf8403f85e4595" /><Relationship Type="http://schemas.openxmlformats.org/officeDocument/2006/relationships/notesMaster" Target="/ppt/notesMasters/notesMaster1.xml" Id="R8f1041cceb1d48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312607516849e9" /><Relationship Type="http://schemas.openxmlformats.org/officeDocument/2006/relationships/notesMaster" Target="/ppt/notesMasters/notesMaster1.xml" Id="Reacc34388a594c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38c2d27f0841f2" /><Relationship Type="http://schemas.openxmlformats.org/officeDocument/2006/relationships/notesMaster" Target="/ppt/notesMasters/notesMaster1.xml" Id="R7c94dee766b84d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15ba82978c4d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c48e1232d442e6" /><Relationship Type="http://schemas.openxmlformats.org/officeDocument/2006/relationships/slideLayout" Target="/ppt/slideLayouts/slideLayout1.xml" Id="R422a3faee29946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2a3faee29946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35a0be50244d2a" /><Relationship Type="http://schemas.openxmlformats.org/officeDocument/2006/relationships/notesSlide" Target="/ppt/notesSlides/notesSlide1.xml" Id="R606ef9cbf2ce46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d4a61e096d4896" /><Relationship Type="http://schemas.openxmlformats.org/officeDocument/2006/relationships/notesSlide" Target="/ppt/notesSlides/notesSlide2.xml" Id="Rb29a78a59d604e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612d4c0e09403e" /><Relationship Type="http://schemas.openxmlformats.org/officeDocument/2006/relationships/notesSlide" Target="/ppt/notesSlides/notesSlide3.xml" Id="R515c361a1b8a49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06ca67a4974f17" /><Relationship Type="http://schemas.openxmlformats.org/officeDocument/2006/relationships/notesSlide" Target="/ppt/notesSlides/notesSlide4.xml" Id="R71e4893236b447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ecdda6ebb8421a" /><Relationship Type="http://schemas.openxmlformats.org/officeDocument/2006/relationships/notesSlide" Target="/ppt/notesSlides/notesSlide5.xml" Id="R3b752a12677643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63c7602f294f50" /><Relationship Type="http://schemas.openxmlformats.org/officeDocument/2006/relationships/notesSlide" Target="/ppt/notesSlides/notesSlide6.xml" Id="Ra11a4e8a6ffd40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51b1aad9dc4b1b" /><Relationship Type="http://schemas.openxmlformats.org/officeDocument/2006/relationships/notesSlide" Target="/ppt/notesSlides/notesSlide7.xml" Id="R35a777842bb7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57116be8334174" /><Relationship Type="http://schemas.openxmlformats.org/officeDocument/2006/relationships/notesSlide" Target="/ppt/notesSlides/notesSlide8.xml" Id="R7d8bb4896ed144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1930bb3cc84019" /><Relationship Type="http://schemas.openxmlformats.org/officeDocument/2006/relationships/notesSlide" Target="/ppt/notesSlides/notesSlide9.xml" Id="Rb5455966843b49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d1d4364d8e4868" /><Relationship Type="http://schemas.openxmlformats.org/officeDocument/2006/relationships/notesSlide" Target="/ppt/notesSlides/notesSlide10.xml" Id="Rf22298525861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ddb33d86704714" /><Relationship Type="http://schemas.openxmlformats.org/officeDocument/2006/relationships/notesSlide" Target="/ppt/notesSlides/notesSlide11.xml" Id="R7609eda568c048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2b51d21f53f4c89" /><Relationship Type="http://schemas.openxmlformats.org/officeDocument/2006/relationships/notesSlide" Target="/ppt/notesSlides/notesSlide12.xml" Id="Rd0936b1d830247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d2681cc99045e9" /><Relationship Type="http://schemas.openxmlformats.org/officeDocument/2006/relationships/notesSlide" Target="/ppt/notesSlides/notesSlide13.xml" Id="Rac632cae5e8d4d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a5cd142a5e42cb" /><Relationship Type="http://schemas.openxmlformats.org/officeDocument/2006/relationships/notesSlide" Target="/ppt/notesSlides/notesSlide14.xml" Id="R7b5b9bbdf97848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81ba71b2024d89" /><Relationship Type="http://schemas.openxmlformats.org/officeDocument/2006/relationships/notesSlide" Target="/ppt/notesSlides/notesSlide15.xml" Id="Rffd35c44386747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655208718a41ae" /><Relationship Type="http://schemas.openxmlformats.org/officeDocument/2006/relationships/notesSlide" Target="/ppt/notesSlides/notesSlide16.xml" Id="R1872b30bd4c440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ea8a3fb65848fe" /><Relationship Type="http://schemas.openxmlformats.org/officeDocument/2006/relationships/notesSlide" Target="/ppt/notesSlides/notesSlide17.xml" Id="R059d8ab4124d45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ef061d33e84982" /><Relationship Type="http://schemas.openxmlformats.org/officeDocument/2006/relationships/notesSlide" Target="/ppt/notesSlides/notesSlide18.xml" Id="R909205d23de24d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7ed3c28edb4f21" /><Relationship Type="http://schemas.openxmlformats.org/officeDocument/2006/relationships/notesSlide" Target="/ppt/notesSlides/notesSlide19.xml" Id="R97d2d5f7dd63484f" /></Relationships>
</file>

<file path=ppt/slides/slide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0400C3C-3ED0-4236-AA0C-97BDA254AF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2" name="">
            <a:extLst xmlns:a="http://schemas.openxmlformats.org/drawingml/2006/main">
              <a:ext uri="{FF2B5EF4-FFF2-40B4-BE49-F238E27FC236}">
                <a16:creationId xmlns:a16="http://schemas.microsoft.com/office/drawing/2014/main" id="{13232B58-EDE7-4B3A-B887-1222EE84469A}"/>
              </a:ext>
            </a:extLst>
          </p:cNvPr>
          <p:cNvSpPr>
            <a:spLocks xmlns:a="http://schemas.openxmlformats.org/drawingml/2006/main" noGrp="1"/>
          </p:cNvSpPr>
          <p:nvPr/>
        </p:nvSpPr>
        <p:spPr>
          <a:xfrm xmlns:a="http://schemas.openxmlformats.org/drawingml/2006/main">
            <a:off x="742950" y="5524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F6FEB"/>
                </a:solidFill>
              </a:defRPr>
            </a:pPr>
            <a:r>
              <a:rPr sz="1200" b="1">
                <a:solidFill>
                  <a:srgbClr val="1F6FEB"/>
                </a:solidFill>
              </a:rPr>
              <a:t>公司内部｜发明专利立项评审</a:t>
            </a:r>
          </a:p>
        </p:txBody>
      </p:sp>
      <p:sp>
        <p:nvSpPr>
          <p:cNvPr id="3" name="deck-title">
            <a:extLst xmlns:a="http://schemas.openxmlformats.org/drawingml/2006/main">
              <a:ext uri="{FF2B5EF4-FFF2-40B4-BE49-F238E27FC236}">
                <a16:creationId xmlns:a16="http://schemas.microsoft.com/office/drawing/2014/main" id="{08D90559-8C65-4746-9E7A-66B7F8D73411}"/>
              </a:ext>
            </a:extLst>
          </p:cNvPr>
          <p:cNvSpPr>
            <a:spLocks xmlns:a="http://schemas.openxmlformats.org/drawingml/2006/main" noGrp="1"/>
          </p:cNvSpPr>
          <p:nvPr/>
        </p:nvSpPr>
        <p:spPr>
          <a:xfrm xmlns:a="http://schemas.openxmlformats.org/drawingml/2006/main">
            <a:off x="742950" y="142875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0B1F33"/>
                </a:solidFill>
              </a:defRPr>
            </a:pPr>
            <a:r>
              <a:rPr sz="4050" b="1">
                <a:solidFill>
                  <a:srgbClr val="0B1F33"/>
                </a:solidFill>
              </a:rPr>
              <a:t>数据执行契约驱动</a:t>
            </a:r>
          </a:p>
          <a:p xmlns:a="http://schemas.openxmlformats.org/drawingml/2006/main">
            <a:pPr algn="l">
              <a:defRPr sz="4050" b="1">
                <a:solidFill>
                  <a:srgbClr val="0B1F33"/>
                </a:solidFill>
              </a:defRPr>
            </a:pPr>
            <a:r>
              <a:rPr sz="4050" b="1">
                <a:solidFill>
                  <a:srgbClr val="0B1F33"/>
                </a:solidFill>
              </a:rPr>
              <a:t>DataModel 刷新</a:t>
            </a:r>
          </a:p>
        </p:txBody>
      </p:sp>
      <p:sp>
        <p:nvSpPr>
          <p:cNvPr id="4" name="">
            <a:extLst xmlns:a="http://schemas.openxmlformats.org/drawingml/2006/main">
              <a:ext uri="{FF2B5EF4-FFF2-40B4-BE49-F238E27FC236}">
                <a16:creationId xmlns:a16="http://schemas.microsoft.com/office/drawing/2014/main" id="{9BA81460-C752-46A9-B796-E3AFEB1E35AD}"/>
              </a:ext>
            </a:extLst>
          </p:cNvPr>
          <p:cNvSpPr>
            <a:spLocks xmlns:a="http://schemas.openxmlformats.org/drawingml/2006/main" noGrp="1"/>
          </p:cNvSpPr>
          <p:nvPr/>
        </p:nvSpPr>
        <p:spPr>
          <a:xfrm xmlns:a="http://schemas.openxmlformats.org/drawingml/2006/main">
            <a:off x="781050" y="314325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273"/>
                </a:solidFill>
              </a:defRPr>
            </a:pPr>
            <a:r>
              <a:rPr sz="1575" b="0">
                <a:solidFill>
                  <a:srgbClr val="526273"/>
                </a:solidFill>
              </a:rPr>
              <a:t>一种基于端侧数据执行契约驱动数据模型更新消息构造的</a:t>
            </a:r>
          </a:p>
          <a:p xmlns:a="http://schemas.openxmlformats.org/drawingml/2006/main">
            <a:pPr algn="l">
              <a:defRPr sz="1575" b="0">
                <a:solidFill>
                  <a:srgbClr val="526273"/>
                </a:solidFill>
              </a:defRPr>
            </a:pPr>
            <a:r>
              <a:rPr sz="1575" b="0">
                <a:solidFill>
                  <a:srgbClr val="526273"/>
                </a:solidFill>
              </a:rPr>
              <a:t>生成式用户界面生成及刷新方法、系统、设备和存储介质</a:t>
            </a:r>
          </a:p>
        </p:txBody>
      </p:sp>
      <p:sp>
        <p:nvSpPr>
          <p:cNvPr id="5" name="">
            <a:extLst xmlns:a="http://schemas.openxmlformats.org/drawingml/2006/main">
              <a:ext uri="{FF2B5EF4-FFF2-40B4-BE49-F238E27FC236}">
                <a16:creationId xmlns:a16="http://schemas.microsoft.com/office/drawing/2014/main" id="{390B792D-CE9F-4000-B3A3-933D67D9CA00}"/>
              </a:ext>
            </a:extLst>
          </p:cNvPr>
          <p:cNvSpPr>
            <a:spLocks xmlns:a="http://schemas.openxmlformats.org/drawingml/2006/main" noGrp="1"/>
          </p:cNvSpPr>
          <p:nvPr/>
        </p:nvSpPr>
        <p:spPr>
          <a:xfrm xmlns:a="http://schemas.openxmlformats.org/drawingml/2006/main">
            <a:off x="781050" y="4286250"/>
            <a:ext cx="1428750" cy="285750"/>
          </a:xfrm>
          <a:prstGeom xmlns:a="http://schemas.openxmlformats.org/drawingml/2006/main" prst="roundRect">
            <a:avLst>
              <a:gd name="adj" fmla="val 50000"/>
            </a:avLst>
          </a:prstGeom>
          <a:solidFill xmlns:a="http://schemas.openxmlformats.org/drawingml/2006/main">
            <a:srgbClr val="DCEBFF"/>
          </a:solidFill>
          <a:ln xmlns:a="http://schemas.openxmlformats.org/drawingml/2006/main" w="9525">
            <a:solidFill>
              <a:srgbClr val="DCEBFF"/>
            </a:solidFill>
            <a:prstDash val="solid"/>
          </a:ln>
        </p:spPr>
      </p:sp>
      <p:sp>
        <p:nvSpPr>
          <p:cNvPr id="6" name="">
            <a:extLst xmlns:a="http://schemas.openxmlformats.org/drawingml/2006/main">
              <a:ext uri="{FF2B5EF4-FFF2-40B4-BE49-F238E27FC236}">
                <a16:creationId xmlns:a16="http://schemas.microsoft.com/office/drawing/2014/main" id="{B76C3B6E-6C22-44C4-8B80-889B3EAD8731}"/>
              </a:ext>
            </a:extLst>
          </p:cNvPr>
          <p:cNvSpPr>
            <a:spLocks xmlns:a="http://schemas.openxmlformats.org/drawingml/2006/main" noGrp="1"/>
          </p:cNvSpPr>
          <p:nvPr/>
        </p:nvSpPr>
        <p:spPr>
          <a:xfrm xmlns:a="http://schemas.openxmlformats.org/drawingml/2006/main">
            <a:off x="857250" y="433387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F6FEB"/>
                </a:solidFill>
              </a:defRPr>
            </a:pPr>
            <a:r>
              <a:rPr sz="1050" b="1">
                <a:solidFill>
                  <a:srgbClr val="1F6FEB"/>
                </a:solidFill>
              </a:rPr>
              <a:t>建议：发明专利</a:t>
            </a:r>
          </a:p>
        </p:txBody>
      </p:sp>
      <p:sp>
        <p:nvSpPr>
          <p:cNvPr id="7" name="">
            <a:extLst xmlns:a="http://schemas.openxmlformats.org/drawingml/2006/main">
              <a:ext uri="{FF2B5EF4-FFF2-40B4-BE49-F238E27FC236}">
                <a16:creationId xmlns:a16="http://schemas.microsoft.com/office/drawing/2014/main" id="{950CE823-3182-4B97-BDC4-08134B64C10F}"/>
              </a:ext>
            </a:extLst>
          </p:cNvPr>
          <p:cNvSpPr>
            <a:spLocks xmlns:a="http://schemas.openxmlformats.org/drawingml/2006/main" noGrp="1"/>
          </p:cNvSpPr>
          <p:nvPr/>
        </p:nvSpPr>
        <p:spPr>
          <a:xfrm xmlns:a="http://schemas.openxmlformats.org/drawingml/2006/main">
            <a:off x="2343150" y="4286250"/>
            <a:ext cx="1428750" cy="285750"/>
          </a:xfrm>
          <a:prstGeom xmlns:a="http://schemas.openxmlformats.org/drawingml/2006/main" prst="roundRect">
            <a:avLst>
              <a:gd name="adj" fmla="val 50000"/>
            </a:avLst>
          </a:prstGeom>
          <a:solidFill xmlns:a="http://schemas.openxmlformats.org/drawingml/2006/main">
            <a:srgbClr val="FFF0E3"/>
          </a:solidFill>
          <a:ln xmlns:a="http://schemas.openxmlformats.org/drawingml/2006/main" w="9525">
            <a:solidFill>
              <a:srgbClr val="FFF0E3"/>
            </a:solidFill>
            <a:prstDash val="solid"/>
          </a:ln>
        </p:spPr>
      </p:sp>
      <p:sp>
        <p:nvSpPr>
          <p:cNvPr id="8" name="">
            <a:extLst xmlns:a="http://schemas.openxmlformats.org/drawingml/2006/main">
              <a:ext uri="{FF2B5EF4-FFF2-40B4-BE49-F238E27FC236}">
                <a16:creationId xmlns:a16="http://schemas.microsoft.com/office/drawing/2014/main" id="{1B4BA788-0F34-4169-96F6-9E71E4627772}"/>
              </a:ext>
            </a:extLst>
          </p:cNvPr>
          <p:cNvSpPr>
            <a:spLocks xmlns:a="http://schemas.openxmlformats.org/drawingml/2006/main" noGrp="1"/>
          </p:cNvSpPr>
          <p:nvPr/>
        </p:nvSpPr>
        <p:spPr>
          <a:xfrm xmlns:a="http://schemas.openxmlformats.org/drawingml/2006/main">
            <a:off x="2419350" y="433387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E9842B"/>
                </a:solidFill>
              </a:defRPr>
            </a:pPr>
            <a:r>
              <a:rPr sz="1050" b="1">
                <a:solidFill>
                  <a:srgbClr val="E9842B"/>
                </a:solidFill>
              </a:rPr>
              <a:t>保密：公司内部</a:t>
            </a:r>
          </a:p>
        </p:txBody>
      </p:sp>
      <p:sp>
        <p:nvSpPr>
          <p:cNvPr id="9" name="">
            <a:extLst xmlns:a="http://schemas.openxmlformats.org/drawingml/2006/main">
              <a:ext uri="{FF2B5EF4-FFF2-40B4-BE49-F238E27FC236}">
                <a16:creationId xmlns:a16="http://schemas.microsoft.com/office/drawing/2014/main" id="{500CC38D-BD4C-4B94-8F10-932DCAC274E2}"/>
              </a:ext>
            </a:extLst>
          </p:cNvPr>
          <p:cNvSpPr>
            <a:spLocks xmlns:a="http://schemas.openxmlformats.org/drawingml/2006/main" noGrp="1"/>
          </p:cNvSpPr>
          <p:nvPr/>
        </p:nvSpPr>
        <p:spPr>
          <a:xfrm xmlns:a="http://schemas.openxmlformats.org/drawingml/2006/main">
            <a:off x="781050" y="590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8190A0"/>
                </a:solidFill>
              </a:defRPr>
            </a:pPr>
            <a:r>
              <a:rPr sz="1200" b="0">
                <a:solidFill>
                  <a:srgbClr val="8190A0"/>
                </a:solidFill>
              </a:rPr>
              <a:t>2026.07</a:t>
            </a:r>
          </a:p>
        </p:txBody>
      </p:sp>
      <p:sp>
        <p:nvSpPr>
          <p:cNvPr id="10" name="">
            <a:extLst xmlns:a="http://schemas.openxmlformats.org/drawingml/2006/main">
              <a:ext uri="{FF2B5EF4-FFF2-40B4-BE49-F238E27FC236}">
                <a16:creationId xmlns:a16="http://schemas.microsoft.com/office/drawing/2014/main" id="{8C744BFC-DF2D-4043-AB10-BB43A51D9282}"/>
              </a:ext>
            </a:extLst>
          </p:cNvPr>
          <p:cNvSpPr>
            <a:spLocks xmlns:a="http://schemas.openxmlformats.org/drawingml/2006/main" noGrp="1"/>
          </p:cNvSpPr>
          <p:nvPr/>
        </p:nvSpPr>
        <p:spPr>
          <a:xfrm xmlns:a="http://schemas.openxmlformats.org/drawingml/2006/main">
            <a:off x="7524750" y="1809750"/>
            <a:ext cx="0" cy="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11" name="">
            <a:extLst xmlns:a="http://schemas.openxmlformats.org/drawingml/2006/main">
              <a:ext uri="{FF2B5EF4-FFF2-40B4-BE49-F238E27FC236}">
                <a16:creationId xmlns:a16="http://schemas.microsoft.com/office/drawing/2014/main" id="{A64C578D-E6BF-4096-A93D-0203B9F75B77}"/>
              </a:ext>
            </a:extLst>
          </p:cNvPr>
          <p:cNvSpPr>
            <a:spLocks xmlns:a="http://schemas.openxmlformats.org/drawingml/2006/main" noGrp="1"/>
          </p:cNvSpPr>
          <p:nvPr/>
        </p:nvSpPr>
        <p:spPr>
          <a:xfrm xmlns:a="http://schemas.openxmlformats.org/drawingml/2006/main">
            <a:off x="7477125" y="1619250"/>
            <a:ext cx="3476625" cy="857250"/>
          </a:xfrm>
          <a:prstGeom xmlns:a="http://schemas.openxmlformats.org/drawingml/2006/main" prst="roundRect">
            <a:avLst>
              <a:gd name="adj" fmla="val 13333"/>
            </a:avLst>
          </a:prstGeom>
          <a:solidFill xmlns:a="http://schemas.openxmlformats.org/drawingml/2006/main">
            <a:srgbClr val="EEF5FF"/>
          </a:solidFill>
          <a:ln xmlns:a="http://schemas.openxmlformats.org/drawingml/2006/main" w="9525">
            <a:solidFill>
              <a:srgbClr val="DCEBFF"/>
            </a:solidFill>
            <a:prstDash val="solid"/>
          </a:ln>
        </p:spPr>
      </p:sp>
      <p:sp>
        <p:nvSpPr>
          <p:cNvPr id="12" name="">
            <a:extLst xmlns:a="http://schemas.openxmlformats.org/drawingml/2006/main">
              <a:ext uri="{FF2B5EF4-FFF2-40B4-BE49-F238E27FC236}">
                <a16:creationId xmlns:a16="http://schemas.microsoft.com/office/drawing/2014/main" id="{DBAA409E-A3EA-4F78-A719-AC3FBD004F6D}"/>
              </a:ext>
            </a:extLst>
          </p:cNvPr>
          <p:cNvSpPr>
            <a:spLocks xmlns:a="http://schemas.openxmlformats.org/drawingml/2006/main" noGrp="1"/>
          </p:cNvSpPr>
          <p:nvPr/>
        </p:nvSpPr>
        <p:spPr>
          <a:xfrm xmlns:a="http://schemas.openxmlformats.org/drawingml/2006/main">
            <a:off x="7762875" y="179070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F6FEB"/>
                </a:solidFill>
              </a:defRPr>
            </a:pPr>
            <a:r>
              <a:rPr sz="1650" b="1">
                <a:solidFill>
                  <a:srgbClr val="1F6FEB"/>
                </a:solidFill>
              </a:rPr>
              <a:t>CardSpec / dataBindings</a:t>
            </a:r>
          </a:p>
        </p:txBody>
      </p:sp>
      <p:sp>
        <p:nvSpPr>
          <p:cNvPr id="13" name="">
            <a:extLst xmlns:a="http://schemas.openxmlformats.org/drawingml/2006/main">
              <a:ext uri="{FF2B5EF4-FFF2-40B4-BE49-F238E27FC236}">
                <a16:creationId xmlns:a16="http://schemas.microsoft.com/office/drawing/2014/main" id="{BDF77C04-3651-4884-9F99-E42B8C443649}"/>
              </a:ext>
            </a:extLst>
          </p:cNvPr>
          <p:cNvSpPr>
            <a:spLocks xmlns:a="http://schemas.openxmlformats.org/drawingml/2006/main" noGrp="1"/>
          </p:cNvSpPr>
          <p:nvPr/>
        </p:nvSpPr>
        <p:spPr>
          <a:xfrm xmlns:a="http://schemas.openxmlformats.org/drawingml/2006/main">
            <a:off x="7762875" y="2114550"/>
            <a:ext cx="2905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273"/>
                </a:solidFill>
              </a:defRPr>
            </a:pPr>
            <a:r>
              <a:rPr sz="1200" b="0">
                <a:solidFill>
                  <a:srgbClr val="526273"/>
                </a:solidFill>
              </a:rPr>
              <a:t>数据生产执行契约</a:t>
            </a:r>
          </a:p>
        </p:txBody>
      </p:sp>
      <p:sp>
        <p:nvSpPr>
          <p:cNvPr id="14" name="">
            <a:extLst xmlns:a="http://schemas.openxmlformats.org/drawingml/2006/main">
              <a:ext uri="{FF2B5EF4-FFF2-40B4-BE49-F238E27FC236}">
                <a16:creationId xmlns:a16="http://schemas.microsoft.com/office/drawing/2014/main" id="{DF8795BC-968F-48D1-BCBD-ADEBD84230FA}"/>
              </a:ext>
            </a:extLst>
          </p:cNvPr>
          <p:cNvSpPr>
            <a:spLocks xmlns:a="http://schemas.openxmlformats.org/drawingml/2006/main" noGrp="1"/>
          </p:cNvSpPr>
          <p:nvPr/>
        </p:nvSpPr>
        <p:spPr>
          <a:xfrm xmlns:a="http://schemas.openxmlformats.org/drawingml/2006/main">
            <a:off x="8915400" y="25717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E9842B"/>
                </a:solidFill>
              </a:defRPr>
            </a:pPr>
            <a:r>
              <a:rPr sz="2250" b="1">
                <a:solidFill>
                  <a:srgbClr val="E9842B"/>
                </a:solidFill>
              </a:rPr>
              <a:t>↓</a:t>
            </a:r>
          </a:p>
        </p:txBody>
      </p:sp>
      <p:sp>
        <p:nvSpPr>
          <p:cNvPr id="15" name="">
            <a:extLst xmlns:a="http://schemas.openxmlformats.org/drawingml/2006/main">
              <a:ext uri="{FF2B5EF4-FFF2-40B4-BE49-F238E27FC236}">
                <a16:creationId xmlns:a16="http://schemas.microsoft.com/office/drawing/2014/main" id="{9B7F37B4-2A32-4BD0-AED8-0C6166E2A0B0}"/>
              </a:ext>
            </a:extLst>
          </p:cNvPr>
          <p:cNvSpPr>
            <a:spLocks xmlns:a="http://schemas.openxmlformats.org/drawingml/2006/main" noGrp="1"/>
          </p:cNvSpPr>
          <p:nvPr/>
        </p:nvSpPr>
        <p:spPr>
          <a:xfrm xmlns:a="http://schemas.openxmlformats.org/drawingml/2006/main">
            <a:off x="7477125" y="3009900"/>
            <a:ext cx="3476625" cy="857250"/>
          </a:xfrm>
          <a:prstGeom xmlns:a="http://schemas.openxmlformats.org/drawingml/2006/main" prst="roundRect">
            <a:avLst>
              <a:gd name="adj" fmla="val 13333"/>
            </a:avLst>
          </a:prstGeom>
          <a:solidFill xmlns:a="http://schemas.openxmlformats.org/drawingml/2006/main">
            <a:srgbClr val="FFF0E3"/>
          </a:solidFill>
          <a:ln xmlns:a="http://schemas.openxmlformats.org/drawingml/2006/main" w="9525">
            <a:solidFill>
              <a:srgbClr val="F6C79C"/>
            </a:solidFill>
            <a:prstDash val="solid"/>
          </a:ln>
        </p:spPr>
      </p:sp>
      <p:sp>
        <p:nvSpPr>
          <p:cNvPr id="16" name="">
            <a:extLst xmlns:a="http://schemas.openxmlformats.org/drawingml/2006/main">
              <a:ext uri="{FF2B5EF4-FFF2-40B4-BE49-F238E27FC236}">
                <a16:creationId xmlns:a16="http://schemas.microsoft.com/office/drawing/2014/main" id="{AF5926C3-2345-4B01-97C0-CEC797A69899}"/>
              </a:ext>
            </a:extLst>
          </p:cNvPr>
          <p:cNvSpPr>
            <a:spLocks xmlns:a="http://schemas.openxmlformats.org/drawingml/2006/main" noGrp="1"/>
          </p:cNvSpPr>
          <p:nvPr/>
        </p:nvSpPr>
        <p:spPr>
          <a:xfrm xmlns:a="http://schemas.openxmlformats.org/drawingml/2006/main">
            <a:off x="7762875" y="318135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E9842B"/>
                </a:solidFill>
              </a:defRPr>
            </a:pPr>
            <a:r>
              <a:rPr sz="1650" b="1">
                <a:solidFill>
                  <a:srgbClr val="E9842B"/>
                </a:solidFill>
              </a:rPr>
              <a:t>updateDataModel</a:t>
            </a:r>
          </a:p>
        </p:txBody>
      </p:sp>
      <p:sp>
        <p:nvSpPr>
          <p:cNvPr id="17" name="">
            <a:extLst xmlns:a="http://schemas.openxmlformats.org/drawingml/2006/main">
              <a:ext uri="{FF2B5EF4-FFF2-40B4-BE49-F238E27FC236}">
                <a16:creationId xmlns:a16="http://schemas.microsoft.com/office/drawing/2014/main" id="{294D76A2-8197-4663-A26A-5C91A2EA7F86}"/>
              </a:ext>
            </a:extLst>
          </p:cNvPr>
          <p:cNvSpPr>
            <a:spLocks xmlns:a="http://schemas.openxmlformats.org/drawingml/2006/main" noGrp="1"/>
          </p:cNvSpPr>
          <p:nvPr/>
        </p:nvSpPr>
        <p:spPr>
          <a:xfrm xmlns:a="http://schemas.openxmlformats.org/drawingml/2006/main">
            <a:off x="7762875" y="3505200"/>
            <a:ext cx="2905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273"/>
                </a:solidFill>
              </a:defRPr>
            </a:pPr>
            <a:r>
              <a:rPr sz="1200" b="0">
                <a:solidFill>
                  <a:srgbClr val="526273"/>
                </a:solidFill>
              </a:rPr>
              <a:t>协议原生状态更新消息</a:t>
            </a:r>
          </a:p>
        </p:txBody>
      </p:sp>
      <p:sp>
        <p:nvSpPr>
          <p:cNvPr id="18" name="">
            <a:extLst xmlns:a="http://schemas.openxmlformats.org/drawingml/2006/main">
              <a:ext uri="{FF2B5EF4-FFF2-40B4-BE49-F238E27FC236}">
                <a16:creationId xmlns:a16="http://schemas.microsoft.com/office/drawing/2014/main" id="{2E1CA9A7-B422-45C3-B00A-0A2CE464C82E}"/>
              </a:ext>
            </a:extLst>
          </p:cNvPr>
          <p:cNvSpPr>
            <a:spLocks xmlns:a="http://schemas.openxmlformats.org/drawingml/2006/main" noGrp="1"/>
          </p:cNvSpPr>
          <p:nvPr/>
        </p:nvSpPr>
        <p:spPr>
          <a:xfrm xmlns:a="http://schemas.openxmlformats.org/drawingml/2006/main">
            <a:off x="8915400" y="39624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159E87"/>
                </a:solidFill>
              </a:defRPr>
            </a:pPr>
            <a:r>
              <a:rPr sz="2250" b="1">
                <a:solidFill>
                  <a:srgbClr val="159E87"/>
                </a:solidFill>
              </a:rPr>
              <a:t>↓</a:t>
            </a:r>
          </a:p>
        </p:txBody>
      </p:sp>
      <p:sp>
        <p:nvSpPr>
          <p:cNvPr id="19" name="">
            <a:extLst xmlns:a="http://schemas.openxmlformats.org/drawingml/2006/main">
              <a:ext uri="{FF2B5EF4-FFF2-40B4-BE49-F238E27FC236}">
                <a16:creationId xmlns:a16="http://schemas.microsoft.com/office/drawing/2014/main" id="{3EA11A1D-6E7E-4BCC-B011-625B96C170EC}"/>
              </a:ext>
            </a:extLst>
          </p:cNvPr>
          <p:cNvSpPr>
            <a:spLocks xmlns:a="http://schemas.openxmlformats.org/drawingml/2006/main" noGrp="1"/>
          </p:cNvSpPr>
          <p:nvPr/>
        </p:nvSpPr>
        <p:spPr>
          <a:xfrm xmlns:a="http://schemas.openxmlformats.org/drawingml/2006/main">
            <a:off x="7477125" y="4400550"/>
            <a:ext cx="3476625" cy="857250"/>
          </a:xfrm>
          <a:prstGeom xmlns:a="http://schemas.openxmlformats.org/drawingml/2006/main" prst="roundRect">
            <a:avLst>
              <a:gd name="adj" fmla="val 13333"/>
            </a:avLst>
          </a:prstGeom>
          <a:solidFill xmlns:a="http://schemas.openxmlformats.org/drawingml/2006/main">
            <a:srgbClr val="DDF5F0"/>
          </a:solidFill>
          <a:ln xmlns:a="http://schemas.openxmlformats.org/drawingml/2006/main" w="9525">
            <a:solidFill>
              <a:srgbClr val="9FDACF"/>
            </a:solidFill>
            <a:prstDash val="solid"/>
          </a:ln>
        </p:spPr>
      </p:sp>
      <p:sp>
        <p:nvSpPr>
          <p:cNvPr id="20" name="">
            <a:extLst xmlns:a="http://schemas.openxmlformats.org/drawingml/2006/main">
              <a:ext uri="{FF2B5EF4-FFF2-40B4-BE49-F238E27FC236}">
                <a16:creationId xmlns:a16="http://schemas.microsoft.com/office/drawing/2014/main" id="{02C3C144-1E68-4CB6-9B7B-870C034EC13D}"/>
              </a:ext>
            </a:extLst>
          </p:cNvPr>
          <p:cNvSpPr>
            <a:spLocks xmlns:a="http://schemas.openxmlformats.org/drawingml/2006/main" noGrp="1"/>
          </p:cNvSpPr>
          <p:nvPr/>
        </p:nvSpPr>
        <p:spPr>
          <a:xfrm xmlns:a="http://schemas.openxmlformats.org/drawingml/2006/main">
            <a:off x="7762875" y="457200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59E87"/>
                </a:solidFill>
              </a:defRPr>
            </a:pPr>
            <a:r>
              <a:rPr sz="1650" b="1">
                <a:solidFill>
                  <a:srgbClr val="159E87"/>
                </a:solidFill>
              </a:rPr>
              <a:t>DataModel → UI</a:t>
            </a:r>
          </a:p>
        </p:txBody>
      </p:sp>
      <p:sp>
        <p:nvSpPr>
          <p:cNvPr id="21" name="">
            <a:extLst xmlns:a="http://schemas.openxmlformats.org/drawingml/2006/main">
              <a:ext uri="{FF2B5EF4-FFF2-40B4-BE49-F238E27FC236}">
                <a16:creationId xmlns:a16="http://schemas.microsoft.com/office/drawing/2014/main" id="{DE2EC9E3-A2ED-4A3C-A2B1-63CDF539023B}"/>
              </a:ext>
            </a:extLst>
          </p:cNvPr>
          <p:cNvSpPr>
            <a:spLocks xmlns:a="http://schemas.openxmlformats.org/drawingml/2006/main" noGrp="1"/>
          </p:cNvSpPr>
          <p:nvPr/>
        </p:nvSpPr>
        <p:spPr>
          <a:xfrm xmlns:a="http://schemas.openxmlformats.org/drawingml/2006/main">
            <a:off x="7762875" y="4895850"/>
            <a:ext cx="2905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273"/>
                </a:solidFill>
              </a:defRPr>
            </a:pPr>
            <a:r>
              <a:rPr sz="1200" b="0">
                <a:solidFill>
                  <a:srgbClr val="526273"/>
                </a:solidFill>
              </a:rPr>
              <a:t>运行时状态与响应式消费</a:t>
            </a:r>
          </a:p>
        </p:txBody>
      </p:sp>
    </p:spTree>
    <p:extLst>
      <p:ext uri="{BB962C8B-B14F-4D97-AF65-F5344CB8AC3E}">
        <p14:creationId xmlns:p14="http://schemas.microsoft.com/office/powerpoint/2010/main" val="200287306"/>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28F503F-07B5-4B1A-BFE2-A58B36B0403B}"/>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评审结论</a:t>
            </a:r>
          </a:p>
        </p:txBody>
      </p:sp>
      <p:sp>
        <p:nvSpPr>
          <p:cNvPr id="2" name="title-2">
            <a:extLst xmlns:a="http://schemas.openxmlformats.org/drawingml/2006/main">
              <a:ext uri="{FF2B5EF4-FFF2-40B4-BE49-F238E27FC236}">
                <a16:creationId xmlns:a16="http://schemas.microsoft.com/office/drawing/2014/main" id="{F2C345EF-BAC8-4E86-BDBA-C0DD6611C5CD}"/>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核心专利点：契约驱动端侧构造状态更新消息</a:t>
            </a:r>
          </a:p>
        </p:txBody>
      </p:sp>
      <p:sp>
        <p:nvSpPr>
          <p:cNvPr id="3" name="">
            <a:extLst xmlns:a="http://schemas.openxmlformats.org/drawingml/2006/main">
              <a:ext uri="{FF2B5EF4-FFF2-40B4-BE49-F238E27FC236}">
                <a16:creationId xmlns:a16="http://schemas.microsoft.com/office/drawing/2014/main" id="{59D77F02-C48B-4EF1-A57A-7A5FA22CE395}"/>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535FA119-1780-4A94-87F4-6CE0CB5951AD}"/>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02</a:t>
            </a:r>
          </a:p>
        </p:txBody>
      </p:sp>
      <p:sp>
        <p:nvSpPr>
          <p:cNvPr id="5" name="">
            <a:extLst xmlns:a="http://schemas.openxmlformats.org/drawingml/2006/main">
              <a:ext uri="{FF2B5EF4-FFF2-40B4-BE49-F238E27FC236}">
                <a16:creationId xmlns:a16="http://schemas.microsoft.com/office/drawing/2014/main" id="{07EF3929-4692-4834-A4C4-765A16B85F03}"/>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73150A32-6C97-44DB-88BD-C799AA06C4F7}"/>
              </a:ext>
            </a:extLst>
          </p:cNvPr>
          <p:cNvSpPr>
            <a:spLocks xmlns:a="http://schemas.openxmlformats.org/drawingml/2006/main" noGrp="1"/>
          </p:cNvSpPr>
          <p:nvPr/>
        </p:nvSpPr>
        <p:spPr>
          <a:xfrm xmlns:a="http://schemas.openxmlformats.org/drawingml/2006/main">
            <a:off x="685800" y="1466850"/>
            <a:ext cx="6953250" cy="1162050"/>
          </a:xfrm>
          <a:prstGeom xmlns:a="http://schemas.openxmlformats.org/drawingml/2006/main" prst="roundRect">
            <a:avLst>
              <a:gd name="adj" fmla="val 9836"/>
            </a:avLst>
          </a:prstGeom>
          <a:solidFill xmlns:a="http://schemas.openxmlformats.org/drawingml/2006/main">
            <a:srgbClr val="0B1F33"/>
          </a:solidFill>
          <a:ln xmlns:a="http://schemas.openxmlformats.org/drawingml/2006/main" w="9525">
            <a:solidFill>
              <a:srgbClr val="0B1F33"/>
            </a:solidFill>
            <a:prstDash val="solid"/>
          </a:ln>
        </p:spPr>
      </p:sp>
      <p:sp>
        <p:nvSpPr>
          <p:cNvPr id="7" name="">
            <a:extLst xmlns:a="http://schemas.openxmlformats.org/drawingml/2006/main">
              <a:ext uri="{FF2B5EF4-FFF2-40B4-BE49-F238E27FC236}">
                <a16:creationId xmlns:a16="http://schemas.microsoft.com/office/drawing/2014/main" id="{58D79BA8-67E5-49E1-89B3-0EF1405209B9}"/>
              </a:ext>
            </a:extLst>
          </p:cNvPr>
          <p:cNvSpPr>
            <a:spLocks xmlns:a="http://schemas.openxmlformats.org/drawingml/2006/main" noGrp="1"/>
          </p:cNvSpPr>
          <p:nvPr/>
        </p:nvSpPr>
        <p:spPr>
          <a:xfrm xmlns:a="http://schemas.openxmlformats.org/drawingml/2006/main">
            <a:off x="952500" y="1676400"/>
            <a:ext cx="638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FFFFFF"/>
                </a:solidFill>
              </a:defRPr>
            </a:pPr>
            <a:r>
              <a:rPr sz="2025" b="1">
                <a:solidFill>
                  <a:srgbClr val="FFFFFF"/>
                </a:solidFill>
              </a:rPr>
              <a:t>最高价值不在“两个协议同时存在”</a:t>
            </a:r>
          </a:p>
        </p:txBody>
      </p:sp>
      <p:sp>
        <p:nvSpPr>
          <p:cNvPr id="8" name="">
            <a:extLst xmlns:a="http://schemas.openxmlformats.org/drawingml/2006/main">
              <a:ext uri="{FF2B5EF4-FFF2-40B4-BE49-F238E27FC236}">
                <a16:creationId xmlns:a16="http://schemas.microsoft.com/office/drawing/2014/main" id="{3C1A2DF0-CCBF-418D-ABA3-5F3D388B47F1}"/>
              </a:ext>
            </a:extLst>
          </p:cNvPr>
          <p:cNvSpPr>
            <a:spLocks xmlns:a="http://schemas.openxmlformats.org/drawingml/2006/main" noGrp="1"/>
          </p:cNvSpPr>
          <p:nvPr/>
        </p:nvSpPr>
        <p:spPr>
          <a:xfrm xmlns:a="http://schemas.openxmlformats.org/drawingml/2006/main">
            <a:off x="952500" y="209550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D7E5F3"/>
                </a:solidFill>
              </a:defRPr>
            </a:pPr>
            <a:r>
              <a:rPr sz="1425" b="0">
                <a:solidFill>
                  <a:srgbClr val="D7E5F3"/>
                </a:solidFill>
              </a:rPr>
              <a:t>而在 CardSpec 类执行契约可被终端重复执行，并确定性地产生 A2UI 原生 updateDataModel 消息。</a:t>
            </a:r>
          </a:p>
        </p:txBody>
      </p:sp>
      <p:sp>
        <p:nvSpPr>
          <p:cNvPr id="9" name="">
            <a:extLst xmlns:a="http://schemas.openxmlformats.org/drawingml/2006/main">
              <a:ext uri="{FF2B5EF4-FFF2-40B4-BE49-F238E27FC236}">
                <a16:creationId xmlns:a16="http://schemas.microsoft.com/office/drawing/2014/main" id="{51C9362C-D7D4-4288-B2A0-4C7A58191C61}"/>
              </a:ext>
            </a:extLst>
          </p:cNvPr>
          <p:cNvSpPr>
            <a:spLocks xmlns:a="http://schemas.openxmlformats.org/drawingml/2006/main" noGrp="1"/>
          </p:cNvSpPr>
          <p:nvPr/>
        </p:nvSpPr>
        <p:spPr>
          <a:xfrm xmlns:a="http://schemas.openxmlformats.org/drawingml/2006/main">
            <a:off x="685800" y="2952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B1F33"/>
                </a:solidFill>
              </a:defRPr>
            </a:pPr>
            <a:r>
              <a:rPr sz="1650" b="1">
                <a:solidFill>
                  <a:srgbClr val="0B1F33"/>
                </a:solidFill>
              </a:rPr>
              <a:t>建议独立权利要求覆盖的完整链路</a:t>
            </a:r>
          </a:p>
        </p:txBody>
      </p:sp>
      <p:sp>
        <p:nvSpPr>
          <p:cNvPr id="10" name="">
            <a:extLst xmlns:a="http://schemas.openxmlformats.org/drawingml/2006/main">
              <a:ext uri="{FF2B5EF4-FFF2-40B4-BE49-F238E27FC236}">
                <a16:creationId xmlns:a16="http://schemas.microsoft.com/office/drawing/2014/main" id="{2FD717C2-1888-48F2-9C56-B6087D39FB06}"/>
              </a:ext>
            </a:extLst>
          </p:cNvPr>
          <p:cNvSpPr>
            <a:spLocks xmlns:a="http://schemas.openxmlformats.org/drawingml/2006/main" noGrp="1"/>
          </p:cNvSpPr>
          <p:nvPr/>
        </p:nvSpPr>
        <p:spPr>
          <a:xfrm xmlns:a="http://schemas.openxmlformats.org/drawingml/2006/main">
            <a:off x="685800" y="3352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01</a:t>
            </a:r>
          </a:p>
        </p:txBody>
      </p:sp>
      <p:sp>
        <p:nvSpPr>
          <p:cNvPr id="11" name="">
            <a:extLst xmlns:a="http://schemas.openxmlformats.org/drawingml/2006/main">
              <a:ext uri="{FF2B5EF4-FFF2-40B4-BE49-F238E27FC236}">
                <a16:creationId xmlns:a16="http://schemas.microsoft.com/office/drawing/2014/main" id="{C8C9711A-378B-4BE0-A0FE-667DCD1A4F05}"/>
              </a:ext>
            </a:extLst>
          </p:cNvPr>
          <p:cNvSpPr>
            <a:spLocks xmlns:a="http://schemas.openxmlformats.org/drawingml/2006/main" noGrp="1"/>
          </p:cNvSpPr>
          <p:nvPr/>
        </p:nvSpPr>
        <p:spPr>
          <a:xfrm xmlns:a="http://schemas.openxmlformats.org/drawingml/2006/main">
            <a:off x="1143000" y="3476625"/>
            <a:ext cx="24765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2" name="">
            <a:extLst xmlns:a="http://schemas.openxmlformats.org/drawingml/2006/main">
              <a:ext uri="{FF2B5EF4-FFF2-40B4-BE49-F238E27FC236}">
                <a16:creationId xmlns:a16="http://schemas.microsoft.com/office/drawing/2014/main" id="{5151578D-C5CE-407A-A85F-41FC1E495F98}"/>
              </a:ext>
            </a:extLst>
          </p:cNvPr>
          <p:cNvSpPr>
            <a:spLocks xmlns:a="http://schemas.openxmlformats.org/drawingml/2006/main" noGrp="1"/>
          </p:cNvSpPr>
          <p:nvPr/>
        </p:nvSpPr>
        <p:spPr>
          <a:xfrm xmlns:a="http://schemas.openxmlformats.org/drawingml/2006/main">
            <a:off x="1524000" y="3343275"/>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42536"/>
                </a:solidFill>
              </a:defRPr>
            </a:pPr>
            <a:r>
              <a:rPr sz="1350" b="0">
                <a:solidFill>
                  <a:srgbClr val="142536"/>
                </a:solidFill>
              </a:rPr>
              <a:t>受终端能力约束的执行契约</a:t>
            </a:r>
          </a:p>
        </p:txBody>
      </p:sp>
      <p:sp>
        <p:nvSpPr>
          <p:cNvPr id="13" name="">
            <a:extLst xmlns:a="http://schemas.openxmlformats.org/drawingml/2006/main">
              <a:ext uri="{FF2B5EF4-FFF2-40B4-BE49-F238E27FC236}">
                <a16:creationId xmlns:a16="http://schemas.microsoft.com/office/drawing/2014/main" id="{5C4E42C9-30D8-4EAD-9AAB-303BA080892B}"/>
              </a:ext>
            </a:extLst>
          </p:cNvPr>
          <p:cNvSpPr>
            <a:spLocks xmlns:a="http://schemas.openxmlformats.org/drawingml/2006/main" noGrp="1"/>
          </p:cNvSpPr>
          <p:nvPr/>
        </p:nvSpPr>
        <p:spPr>
          <a:xfrm xmlns:a="http://schemas.openxmlformats.org/drawingml/2006/main">
            <a:off x="685800" y="4010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02</a:t>
            </a:r>
          </a:p>
        </p:txBody>
      </p:sp>
      <p:sp>
        <p:nvSpPr>
          <p:cNvPr id="14" name="">
            <a:extLst xmlns:a="http://schemas.openxmlformats.org/drawingml/2006/main">
              <a:ext uri="{FF2B5EF4-FFF2-40B4-BE49-F238E27FC236}">
                <a16:creationId xmlns:a16="http://schemas.microsoft.com/office/drawing/2014/main" id="{4BAB67AD-AAA0-48BE-A3C0-2759A3F31EC9}"/>
              </a:ext>
            </a:extLst>
          </p:cNvPr>
          <p:cNvSpPr>
            <a:spLocks xmlns:a="http://schemas.openxmlformats.org/drawingml/2006/main" noGrp="1"/>
          </p:cNvSpPr>
          <p:nvPr/>
        </p:nvSpPr>
        <p:spPr>
          <a:xfrm xmlns:a="http://schemas.openxmlformats.org/drawingml/2006/main">
            <a:off x="1143000" y="4133850"/>
            <a:ext cx="24765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5" name="">
            <a:extLst xmlns:a="http://schemas.openxmlformats.org/drawingml/2006/main">
              <a:ext uri="{FF2B5EF4-FFF2-40B4-BE49-F238E27FC236}">
                <a16:creationId xmlns:a16="http://schemas.microsoft.com/office/drawing/2014/main" id="{EA334F09-2D61-475D-A061-3CA881BA1321}"/>
              </a:ext>
            </a:extLst>
          </p:cNvPr>
          <p:cNvSpPr>
            <a:spLocks xmlns:a="http://schemas.openxmlformats.org/drawingml/2006/main" noGrp="1"/>
          </p:cNvSpPr>
          <p:nvPr/>
        </p:nvSpPr>
        <p:spPr>
          <a:xfrm xmlns:a="http://schemas.openxmlformats.org/drawingml/2006/main">
            <a:off x="1524000" y="400050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42536"/>
                </a:solidFill>
              </a:defRPr>
            </a:pPr>
            <a:r>
              <a:rPr sz="1350" b="0">
                <a:solidFill>
                  <a:srgbClr val="142536"/>
                </a:solidFill>
              </a:rPr>
              <a:t>最小数据结构投影与界面生成</a:t>
            </a:r>
          </a:p>
        </p:txBody>
      </p:sp>
      <p:sp>
        <p:nvSpPr>
          <p:cNvPr id="16" name="">
            <a:extLst xmlns:a="http://schemas.openxmlformats.org/drawingml/2006/main">
              <a:ext uri="{FF2B5EF4-FFF2-40B4-BE49-F238E27FC236}">
                <a16:creationId xmlns:a16="http://schemas.microsoft.com/office/drawing/2014/main" id="{F3E3DF59-1FD5-4CAC-BE10-4BB48A891A21}"/>
              </a:ext>
            </a:extLst>
          </p:cNvPr>
          <p:cNvSpPr>
            <a:spLocks xmlns:a="http://schemas.openxmlformats.org/drawingml/2006/main" noGrp="1"/>
          </p:cNvSpPr>
          <p:nvPr/>
        </p:nvSpPr>
        <p:spPr>
          <a:xfrm xmlns:a="http://schemas.openxmlformats.org/drawingml/2006/main">
            <a:off x="685800" y="46672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03</a:t>
            </a:r>
          </a:p>
        </p:txBody>
      </p:sp>
      <p:sp>
        <p:nvSpPr>
          <p:cNvPr id="17" name="">
            <a:extLst xmlns:a="http://schemas.openxmlformats.org/drawingml/2006/main">
              <a:ext uri="{FF2B5EF4-FFF2-40B4-BE49-F238E27FC236}">
                <a16:creationId xmlns:a16="http://schemas.microsoft.com/office/drawing/2014/main" id="{3045A2BC-CECC-484D-B5D4-9A7F06B14814}"/>
              </a:ext>
            </a:extLst>
          </p:cNvPr>
          <p:cNvSpPr>
            <a:spLocks xmlns:a="http://schemas.openxmlformats.org/drawingml/2006/main" noGrp="1"/>
          </p:cNvSpPr>
          <p:nvPr/>
        </p:nvSpPr>
        <p:spPr>
          <a:xfrm xmlns:a="http://schemas.openxmlformats.org/drawingml/2006/main">
            <a:off x="1143000" y="4791075"/>
            <a:ext cx="24765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8" name="">
            <a:extLst xmlns:a="http://schemas.openxmlformats.org/drawingml/2006/main">
              <a:ext uri="{FF2B5EF4-FFF2-40B4-BE49-F238E27FC236}">
                <a16:creationId xmlns:a16="http://schemas.microsoft.com/office/drawing/2014/main" id="{56FD4FB9-797C-4705-93AD-FD85B4BF308F}"/>
              </a:ext>
            </a:extLst>
          </p:cNvPr>
          <p:cNvSpPr>
            <a:spLocks xmlns:a="http://schemas.openxmlformats.org/drawingml/2006/main" noGrp="1"/>
          </p:cNvSpPr>
          <p:nvPr/>
        </p:nvSpPr>
        <p:spPr>
          <a:xfrm xmlns:a="http://schemas.openxmlformats.org/drawingml/2006/main">
            <a:off x="1524000" y="4657725"/>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42536"/>
                </a:solidFill>
              </a:defRPr>
            </a:pPr>
            <a:r>
              <a:rPr sz="1350" b="0">
                <a:solidFill>
                  <a:srgbClr val="142536"/>
                </a:solidFill>
              </a:rPr>
              <a:t>跨协议路径与消息可构造性校验</a:t>
            </a:r>
          </a:p>
        </p:txBody>
      </p:sp>
      <p:sp>
        <p:nvSpPr>
          <p:cNvPr id="19" name="">
            <a:extLst xmlns:a="http://schemas.openxmlformats.org/drawingml/2006/main">
              <a:ext uri="{FF2B5EF4-FFF2-40B4-BE49-F238E27FC236}">
                <a16:creationId xmlns:a16="http://schemas.microsoft.com/office/drawing/2014/main" id="{7CD1645A-5206-43A0-B9DC-5451772E2101}"/>
              </a:ext>
            </a:extLst>
          </p:cNvPr>
          <p:cNvSpPr>
            <a:spLocks xmlns:a="http://schemas.openxmlformats.org/drawingml/2006/main" noGrp="1"/>
          </p:cNvSpPr>
          <p:nvPr/>
        </p:nvSpPr>
        <p:spPr>
          <a:xfrm xmlns:a="http://schemas.openxmlformats.org/drawingml/2006/main">
            <a:off x="685800" y="53244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04</a:t>
            </a:r>
          </a:p>
        </p:txBody>
      </p:sp>
      <p:sp>
        <p:nvSpPr>
          <p:cNvPr id="20" name="">
            <a:extLst xmlns:a="http://schemas.openxmlformats.org/drawingml/2006/main">
              <a:ext uri="{FF2B5EF4-FFF2-40B4-BE49-F238E27FC236}">
                <a16:creationId xmlns:a16="http://schemas.microsoft.com/office/drawing/2014/main" id="{AB08A079-7CDD-4E78-9317-9F5C113DBEDB}"/>
              </a:ext>
            </a:extLst>
          </p:cNvPr>
          <p:cNvSpPr>
            <a:spLocks xmlns:a="http://schemas.openxmlformats.org/drawingml/2006/main" noGrp="1"/>
          </p:cNvSpPr>
          <p:nvPr/>
        </p:nvSpPr>
        <p:spPr>
          <a:xfrm xmlns:a="http://schemas.openxmlformats.org/drawingml/2006/main">
            <a:off x="1143000" y="5448300"/>
            <a:ext cx="24765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21" name="">
            <a:extLst xmlns:a="http://schemas.openxmlformats.org/drawingml/2006/main">
              <a:ext uri="{FF2B5EF4-FFF2-40B4-BE49-F238E27FC236}">
                <a16:creationId xmlns:a16="http://schemas.microsoft.com/office/drawing/2014/main" id="{36AE6347-BB77-4FD5-9413-1EF4E8598FE8}"/>
              </a:ext>
            </a:extLst>
          </p:cNvPr>
          <p:cNvSpPr>
            <a:spLocks xmlns:a="http://schemas.openxmlformats.org/drawingml/2006/main" noGrp="1"/>
          </p:cNvSpPr>
          <p:nvPr/>
        </p:nvSpPr>
        <p:spPr>
          <a:xfrm xmlns:a="http://schemas.openxmlformats.org/drawingml/2006/main">
            <a:off x="1524000" y="53149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42536"/>
                </a:solidFill>
              </a:defRPr>
            </a:pPr>
            <a:r>
              <a:rPr sz="1350" b="1">
                <a:solidFill>
                  <a:srgbClr val="142536"/>
                </a:solidFill>
              </a:rPr>
              <a:t>端侧调用、校验、编译并注入更新消息</a:t>
            </a:r>
          </a:p>
        </p:txBody>
      </p:sp>
      <p:sp>
        <p:nvSpPr>
          <p:cNvPr id="22" name="">
            <a:extLst xmlns:a="http://schemas.openxmlformats.org/drawingml/2006/main">
              <a:ext uri="{FF2B5EF4-FFF2-40B4-BE49-F238E27FC236}">
                <a16:creationId xmlns:a16="http://schemas.microsoft.com/office/drawing/2014/main" id="{245E9850-6DCA-4423-863D-DF26A855417E}"/>
              </a:ext>
            </a:extLst>
          </p:cNvPr>
          <p:cNvSpPr>
            <a:spLocks xmlns:a="http://schemas.openxmlformats.org/drawingml/2006/main" noGrp="1"/>
          </p:cNvSpPr>
          <p:nvPr/>
        </p:nvSpPr>
        <p:spPr>
          <a:xfrm xmlns:a="http://schemas.openxmlformats.org/drawingml/2006/main">
            <a:off x="7962900" y="1466850"/>
            <a:ext cx="3543300" cy="4267200"/>
          </a:xfrm>
          <a:prstGeom xmlns:a="http://schemas.openxmlformats.org/drawingml/2006/main" prst="roundRect">
            <a:avLst>
              <a:gd name="adj" fmla="val 3226"/>
            </a:avLst>
          </a:prstGeom>
          <a:solidFill xmlns:a="http://schemas.openxmlformats.org/drawingml/2006/main">
            <a:srgbClr val="FFFFFF"/>
          </a:solidFill>
          <a:ln xmlns:a="http://schemas.openxmlformats.org/drawingml/2006/main" w="9525">
            <a:solidFill>
              <a:srgbClr val="D6DEE8"/>
            </a:solidFill>
            <a:prstDash val="solid"/>
          </a:ln>
        </p:spPr>
      </p:sp>
      <p:sp>
        <p:nvSpPr>
          <p:cNvPr id="23" name="">
            <a:extLst xmlns:a="http://schemas.openxmlformats.org/drawingml/2006/main">
              <a:ext uri="{FF2B5EF4-FFF2-40B4-BE49-F238E27FC236}">
                <a16:creationId xmlns:a16="http://schemas.microsoft.com/office/drawing/2014/main" id="{987DE1D0-D061-4A62-BE11-DF5899076973}"/>
              </a:ext>
            </a:extLst>
          </p:cNvPr>
          <p:cNvSpPr>
            <a:spLocks xmlns:a="http://schemas.openxmlformats.org/drawingml/2006/main" noGrp="1"/>
          </p:cNvSpPr>
          <p:nvPr/>
        </p:nvSpPr>
        <p:spPr>
          <a:xfrm xmlns:a="http://schemas.openxmlformats.org/drawingml/2006/main">
            <a:off x="8267700" y="1695450"/>
            <a:ext cx="1123950" cy="285750"/>
          </a:xfrm>
          <a:prstGeom xmlns:a="http://schemas.openxmlformats.org/drawingml/2006/main" prst="roundRect">
            <a:avLst>
              <a:gd name="adj" fmla="val 50000"/>
            </a:avLst>
          </a:prstGeom>
          <a:solidFill xmlns:a="http://schemas.openxmlformats.org/drawingml/2006/main">
            <a:srgbClr val="DDF5F0"/>
          </a:solidFill>
          <a:ln xmlns:a="http://schemas.openxmlformats.org/drawingml/2006/main" w="9525">
            <a:solidFill>
              <a:srgbClr val="DDF5F0"/>
            </a:solidFill>
            <a:prstDash val="solid"/>
          </a:ln>
        </p:spPr>
      </p:sp>
      <p:sp>
        <p:nvSpPr>
          <p:cNvPr id="24" name="">
            <a:extLst xmlns:a="http://schemas.openxmlformats.org/drawingml/2006/main">
              <a:ext uri="{FF2B5EF4-FFF2-40B4-BE49-F238E27FC236}">
                <a16:creationId xmlns:a16="http://schemas.microsoft.com/office/drawing/2014/main" id="{99E98EAC-8888-46CB-95CD-8CA5EEAF913B}"/>
              </a:ext>
            </a:extLst>
          </p:cNvPr>
          <p:cNvSpPr>
            <a:spLocks xmlns:a="http://schemas.openxmlformats.org/drawingml/2006/main" noGrp="1"/>
          </p:cNvSpPr>
          <p:nvPr/>
        </p:nvSpPr>
        <p:spPr>
          <a:xfrm xmlns:a="http://schemas.openxmlformats.org/drawingml/2006/main">
            <a:off x="8343900" y="1743075"/>
            <a:ext cx="971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59E87"/>
                </a:solidFill>
              </a:defRPr>
            </a:pPr>
            <a:r>
              <a:rPr sz="1050" b="1">
                <a:solidFill>
                  <a:srgbClr val="159E87"/>
                </a:solidFill>
              </a:rPr>
              <a:t>建议立项</a:t>
            </a:r>
          </a:p>
        </p:txBody>
      </p:sp>
      <p:sp>
        <p:nvSpPr>
          <p:cNvPr id="25" name="">
            <a:extLst xmlns:a="http://schemas.openxmlformats.org/drawingml/2006/main">
              <a:ext uri="{FF2B5EF4-FFF2-40B4-BE49-F238E27FC236}">
                <a16:creationId xmlns:a16="http://schemas.microsoft.com/office/drawing/2014/main" id="{600D2DD2-EC18-4F1A-BAD9-1AB8AA7D0E7C}"/>
              </a:ext>
            </a:extLst>
          </p:cNvPr>
          <p:cNvSpPr>
            <a:spLocks xmlns:a="http://schemas.openxmlformats.org/drawingml/2006/main" noGrp="1"/>
          </p:cNvSpPr>
          <p:nvPr/>
        </p:nvSpPr>
        <p:spPr>
          <a:xfrm xmlns:a="http://schemas.openxmlformats.org/drawingml/2006/main">
            <a:off x="8267700" y="217170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B1F33"/>
                </a:solidFill>
              </a:defRPr>
            </a:pPr>
            <a:r>
              <a:rPr sz="1800" b="1">
                <a:solidFill>
                  <a:srgbClr val="0B1F33"/>
                </a:solidFill>
              </a:rPr>
              <a:t>评审需要确认</a:t>
            </a:r>
          </a:p>
        </p:txBody>
      </p:sp>
      <p:sp>
        <p:nvSpPr>
          <p:cNvPr id="26" name="">
            <a:extLst xmlns:a="http://schemas.openxmlformats.org/drawingml/2006/main">
              <a:ext uri="{FF2B5EF4-FFF2-40B4-BE49-F238E27FC236}">
                <a16:creationId xmlns:a16="http://schemas.microsoft.com/office/drawing/2014/main" id="{FFD66BAC-691C-4F7E-91D0-38EC27BCE065}"/>
              </a:ext>
            </a:extLst>
          </p:cNvPr>
          <p:cNvSpPr>
            <a:spLocks xmlns:a="http://schemas.openxmlformats.org/drawingml/2006/main" noGrp="1"/>
          </p:cNvSpPr>
          <p:nvPr/>
        </p:nvSpPr>
        <p:spPr>
          <a:xfrm xmlns:a="http://schemas.openxmlformats.org/drawingml/2006/main">
            <a:off x="8267700" y="27051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27" name="">
            <a:extLst xmlns:a="http://schemas.openxmlformats.org/drawingml/2006/main">
              <a:ext uri="{FF2B5EF4-FFF2-40B4-BE49-F238E27FC236}">
                <a16:creationId xmlns:a16="http://schemas.microsoft.com/office/drawing/2014/main" id="{03AEA97C-E97E-4E43-831F-EA25F4189F05}"/>
              </a:ext>
            </a:extLst>
          </p:cNvPr>
          <p:cNvSpPr>
            <a:spLocks xmlns:a="http://schemas.openxmlformats.org/drawingml/2006/main" noGrp="1"/>
          </p:cNvSpPr>
          <p:nvPr/>
        </p:nvSpPr>
        <p:spPr>
          <a:xfrm xmlns:a="http://schemas.openxmlformats.org/drawingml/2006/main">
            <a:off x="8534400" y="2686050"/>
            <a:ext cx="2647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以 P1—P5 的组合作为主权利要求骨架</a:t>
            </a:r>
          </a:p>
        </p:txBody>
      </p:sp>
      <p:sp>
        <p:nvSpPr>
          <p:cNvPr id="28" name="">
            <a:extLst xmlns:a="http://schemas.openxmlformats.org/drawingml/2006/main">
              <a:ext uri="{FF2B5EF4-FFF2-40B4-BE49-F238E27FC236}">
                <a16:creationId xmlns:a16="http://schemas.microsoft.com/office/drawing/2014/main" id="{CFC6C804-E285-46CF-943C-05C269CBEA95}"/>
              </a:ext>
            </a:extLst>
          </p:cNvPr>
          <p:cNvSpPr>
            <a:spLocks xmlns:a="http://schemas.openxmlformats.org/drawingml/2006/main" noGrp="1"/>
          </p:cNvSpPr>
          <p:nvPr/>
        </p:nvSpPr>
        <p:spPr>
          <a:xfrm xmlns:a="http://schemas.openxmlformats.org/drawingml/2006/main">
            <a:off x="8267700" y="35433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29" name="">
            <a:extLst xmlns:a="http://schemas.openxmlformats.org/drawingml/2006/main">
              <a:ext uri="{FF2B5EF4-FFF2-40B4-BE49-F238E27FC236}">
                <a16:creationId xmlns:a16="http://schemas.microsoft.com/office/drawing/2014/main" id="{7013AE83-2C0F-415A-B045-2E102A8953BD}"/>
              </a:ext>
            </a:extLst>
          </p:cNvPr>
          <p:cNvSpPr>
            <a:spLocks xmlns:a="http://schemas.openxmlformats.org/drawingml/2006/main" noGrp="1"/>
          </p:cNvSpPr>
          <p:nvPr/>
        </p:nvSpPr>
        <p:spPr>
          <a:xfrm xmlns:a="http://schemas.openxmlformats.org/drawingml/2006/main">
            <a:off x="8534400" y="3524250"/>
            <a:ext cx="2647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不把主 Agent、微服务或具体协议名称写死</a:t>
            </a:r>
          </a:p>
        </p:txBody>
      </p:sp>
      <p:sp>
        <p:nvSpPr>
          <p:cNvPr id="30" name="">
            <a:extLst xmlns:a="http://schemas.openxmlformats.org/drawingml/2006/main">
              <a:ext uri="{FF2B5EF4-FFF2-40B4-BE49-F238E27FC236}">
                <a16:creationId xmlns:a16="http://schemas.microsoft.com/office/drawing/2014/main" id="{6D735E97-094A-4392-9100-A0547EE0AA5F}"/>
              </a:ext>
            </a:extLst>
          </p:cNvPr>
          <p:cNvSpPr>
            <a:spLocks xmlns:a="http://schemas.openxmlformats.org/drawingml/2006/main" noGrp="1"/>
          </p:cNvSpPr>
          <p:nvPr/>
        </p:nvSpPr>
        <p:spPr>
          <a:xfrm xmlns:a="http://schemas.openxmlformats.org/drawingml/2006/main">
            <a:off x="8267700" y="43815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31" name="">
            <a:extLst xmlns:a="http://schemas.openxmlformats.org/drawingml/2006/main">
              <a:ext uri="{FF2B5EF4-FFF2-40B4-BE49-F238E27FC236}">
                <a16:creationId xmlns:a16="http://schemas.microsoft.com/office/drawing/2014/main" id="{831B60C9-1B07-4EAD-8DEB-07F54B294F14}"/>
              </a:ext>
            </a:extLst>
          </p:cNvPr>
          <p:cNvSpPr>
            <a:spLocks xmlns:a="http://schemas.openxmlformats.org/drawingml/2006/main" noGrp="1"/>
          </p:cNvSpPr>
          <p:nvPr/>
        </p:nvSpPr>
        <p:spPr>
          <a:xfrm xmlns:a="http://schemas.openxmlformats.org/drawingml/2006/main">
            <a:off x="8534400" y="4362450"/>
            <a:ext cx="2647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同步补齐消息流、抓包与异常样例，形成可验证效果</a:t>
            </a:r>
          </a:p>
        </p:txBody>
      </p:sp>
      <p:sp>
        <p:nvSpPr>
          <p:cNvPr id="32" name="">
            <a:extLst xmlns:a="http://schemas.openxmlformats.org/drawingml/2006/main">
              <a:ext uri="{FF2B5EF4-FFF2-40B4-BE49-F238E27FC236}">
                <a16:creationId xmlns:a16="http://schemas.microsoft.com/office/drawing/2014/main" id="{3A962BCD-10E2-4A21-AAC8-16D5ED283CEE}"/>
              </a:ext>
            </a:extLst>
          </p:cNvPr>
          <p:cNvSpPr>
            <a:spLocks xmlns:a="http://schemas.openxmlformats.org/drawingml/2006/main" noGrp="1"/>
          </p:cNvSpPr>
          <p:nvPr/>
        </p:nvSpPr>
        <p:spPr>
          <a:xfrm xmlns:a="http://schemas.openxmlformats.org/drawingml/2006/main">
            <a:off x="8267700" y="5191125"/>
            <a:ext cx="2914650" cy="342900"/>
          </a:xfrm>
          <a:prstGeom xmlns:a="http://schemas.openxmlformats.org/drawingml/2006/main" prst="roundRect">
            <a:avLst>
              <a:gd name="adj" fmla="val 22222"/>
            </a:avLst>
          </a:prstGeom>
          <a:solidFill xmlns:a="http://schemas.openxmlformats.org/drawingml/2006/main">
            <a:srgbClr val="EEF5FF"/>
          </a:solidFill>
          <a:ln xmlns:a="http://schemas.openxmlformats.org/drawingml/2006/main" w="9525">
            <a:solidFill>
              <a:srgbClr val="DCEBFF"/>
            </a:solidFill>
            <a:prstDash val="solid"/>
          </a:ln>
        </p:spPr>
      </p:sp>
      <p:sp>
        <p:nvSpPr>
          <p:cNvPr id="33" name="">
            <a:extLst xmlns:a="http://schemas.openxmlformats.org/drawingml/2006/main">
              <a:ext uri="{FF2B5EF4-FFF2-40B4-BE49-F238E27FC236}">
                <a16:creationId xmlns:a16="http://schemas.microsoft.com/office/drawing/2014/main" id="{FA4F49CD-6613-4F0A-A152-3EB3CA210EA8}"/>
              </a:ext>
            </a:extLst>
          </p:cNvPr>
          <p:cNvSpPr>
            <a:spLocks xmlns:a="http://schemas.openxmlformats.org/drawingml/2006/main" noGrp="1"/>
          </p:cNvSpPr>
          <p:nvPr/>
        </p:nvSpPr>
        <p:spPr>
          <a:xfrm xmlns:a="http://schemas.openxmlformats.org/drawingml/2006/main">
            <a:off x="8382000" y="5276850"/>
            <a:ext cx="2686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1F6FEB"/>
                </a:solidFill>
              </a:defRPr>
            </a:pPr>
            <a:r>
              <a:rPr sz="1163" b="1">
                <a:solidFill>
                  <a:srgbClr val="1F6FEB"/>
                </a:solidFill>
              </a:rPr>
              <a:t>结论：具备较高立项与取证价值</a:t>
            </a:r>
          </a:p>
        </p:txBody>
      </p:sp>
    </p:spTree>
    <p:extLst>
      <p:ext uri="{BB962C8B-B14F-4D97-AF65-F5344CB8AC3E}">
        <p14:creationId xmlns:p14="http://schemas.microsoft.com/office/powerpoint/2010/main" val="1078975050"/>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66744DD-F70E-4E73-8BC6-9F3558C995B9}"/>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一、背景与现有技术</a:t>
            </a:r>
          </a:p>
        </p:txBody>
      </p:sp>
      <p:sp>
        <p:nvSpPr>
          <p:cNvPr id="2" name="title-3">
            <a:extLst xmlns:a="http://schemas.openxmlformats.org/drawingml/2006/main">
              <a:ext uri="{FF2B5EF4-FFF2-40B4-BE49-F238E27FC236}">
                <a16:creationId xmlns:a16="http://schemas.microsoft.com/office/drawing/2014/main" id="{9FF91F61-39A2-4BEF-B509-26FA2CF22EAE}"/>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长期运行的生成式卡片引入六类技术矛盾</a:t>
            </a:r>
          </a:p>
        </p:txBody>
      </p:sp>
      <p:sp>
        <p:nvSpPr>
          <p:cNvPr id="3" name="">
            <a:extLst xmlns:a="http://schemas.openxmlformats.org/drawingml/2006/main">
              <a:ext uri="{FF2B5EF4-FFF2-40B4-BE49-F238E27FC236}">
                <a16:creationId xmlns:a16="http://schemas.microsoft.com/office/drawing/2014/main" id="{8DB9204C-089D-4391-8D78-76F9F7EF2748}"/>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A839F9AE-E097-49E6-9355-6A491FBE7165}"/>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03</a:t>
            </a:r>
          </a:p>
        </p:txBody>
      </p:sp>
      <p:sp>
        <p:nvSpPr>
          <p:cNvPr id="5" name="">
            <a:extLst xmlns:a="http://schemas.openxmlformats.org/drawingml/2006/main">
              <a:ext uri="{FF2B5EF4-FFF2-40B4-BE49-F238E27FC236}">
                <a16:creationId xmlns:a16="http://schemas.microsoft.com/office/drawing/2014/main" id="{FAB43ECB-1AA9-45D5-9BA5-68FD027595D4}"/>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37C0139D-2124-40F2-9009-AE15F67E73D9}"/>
              </a:ext>
            </a:extLst>
          </p:cNvPr>
          <p:cNvSpPr>
            <a:spLocks xmlns:a="http://schemas.openxmlformats.org/drawingml/2006/main" noGrp="1"/>
          </p:cNvSpPr>
          <p:nvPr/>
        </p:nvSpPr>
        <p:spPr>
          <a:xfrm xmlns:a="http://schemas.openxmlformats.org/drawingml/2006/main">
            <a:off x="685800" y="1524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01</a:t>
            </a:r>
          </a:p>
        </p:txBody>
      </p:sp>
      <p:sp>
        <p:nvSpPr>
          <p:cNvPr id="7" name="">
            <a:extLst xmlns:a="http://schemas.openxmlformats.org/drawingml/2006/main">
              <a:ext uri="{FF2B5EF4-FFF2-40B4-BE49-F238E27FC236}">
                <a16:creationId xmlns:a16="http://schemas.microsoft.com/office/drawing/2014/main" id="{AFD5731B-626F-4805-9265-38334A7F79B8}"/>
              </a:ext>
            </a:extLst>
          </p:cNvPr>
          <p:cNvSpPr>
            <a:spLocks xmlns:a="http://schemas.openxmlformats.org/drawingml/2006/main" noGrp="1"/>
          </p:cNvSpPr>
          <p:nvPr/>
        </p:nvSpPr>
        <p:spPr>
          <a:xfrm xmlns:a="http://schemas.openxmlformats.org/drawingml/2006/main">
            <a:off x="1200150" y="1647825"/>
            <a:ext cx="30480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8" name="">
            <a:extLst xmlns:a="http://schemas.openxmlformats.org/drawingml/2006/main">
              <a:ext uri="{FF2B5EF4-FFF2-40B4-BE49-F238E27FC236}">
                <a16:creationId xmlns:a16="http://schemas.microsoft.com/office/drawing/2014/main" id="{F4C58784-516F-4071-8C38-CDBC0C110391}"/>
              </a:ext>
            </a:extLst>
          </p:cNvPr>
          <p:cNvSpPr>
            <a:spLocks xmlns:a="http://schemas.openxmlformats.org/drawingml/2006/main" noGrp="1"/>
          </p:cNvSpPr>
          <p:nvPr/>
        </p:nvSpPr>
        <p:spPr>
          <a:xfrm xmlns:a="http://schemas.openxmlformats.org/drawingml/2006/main">
            <a:off x="1638300" y="1504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模型需要结构，不应获得真实数据</a:t>
            </a:r>
          </a:p>
        </p:txBody>
      </p:sp>
      <p:sp>
        <p:nvSpPr>
          <p:cNvPr id="9" name="">
            <a:extLst xmlns:a="http://schemas.openxmlformats.org/drawingml/2006/main">
              <a:ext uri="{FF2B5EF4-FFF2-40B4-BE49-F238E27FC236}">
                <a16:creationId xmlns:a16="http://schemas.microsoft.com/office/drawing/2014/main" id="{E1AD41F5-6D31-44D7-AAD2-75D0919FA427}"/>
              </a:ext>
            </a:extLst>
          </p:cNvPr>
          <p:cNvSpPr>
            <a:spLocks xmlns:a="http://schemas.openxmlformats.org/drawingml/2006/main" noGrp="1"/>
          </p:cNvSpPr>
          <p:nvPr/>
        </p:nvSpPr>
        <p:spPr>
          <a:xfrm xmlns:a="http://schemas.openxmlformats.org/drawingml/2006/main">
            <a:off x="1638300" y="188595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生成模型要理解字段语义，但真实天气、日历、健康与设备状态不宜进入生成端。</a:t>
            </a:r>
          </a:p>
        </p:txBody>
      </p:sp>
      <p:sp>
        <p:nvSpPr>
          <p:cNvPr id="10" name="">
            <a:extLst xmlns:a="http://schemas.openxmlformats.org/drawingml/2006/main">
              <a:ext uri="{FF2B5EF4-FFF2-40B4-BE49-F238E27FC236}">
                <a16:creationId xmlns:a16="http://schemas.microsoft.com/office/drawing/2014/main" id="{7CB66A82-8718-4733-94DD-5FF92DDC782D}"/>
              </a:ext>
            </a:extLst>
          </p:cNvPr>
          <p:cNvSpPr>
            <a:spLocks xmlns:a="http://schemas.openxmlformats.org/drawingml/2006/main" noGrp="1"/>
          </p:cNvSpPr>
          <p:nvPr/>
        </p:nvSpPr>
        <p:spPr>
          <a:xfrm xmlns:a="http://schemas.openxmlformats.org/drawingml/2006/main">
            <a:off x="685800" y="2800350"/>
            <a:ext cx="4953000" cy="9525"/>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11" name="">
            <a:extLst xmlns:a="http://schemas.openxmlformats.org/drawingml/2006/main">
              <a:ext uri="{FF2B5EF4-FFF2-40B4-BE49-F238E27FC236}">
                <a16:creationId xmlns:a16="http://schemas.microsoft.com/office/drawing/2014/main" id="{56726C9C-1B14-47A5-950D-BFBFA9449295}"/>
              </a:ext>
            </a:extLst>
          </p:cNvPr>
          <p:cNvSpPr>
            <a:spLocks xmlns:a="http://schemas.openxmlformats.org/drawingml/2006/main" noGrp="1"/>
          </p:cNvSpPr>
          <p:nvPr/>
        </p:nvSpPr>
        <p:spPr>
          <a:xfrm xmlns:a="http://schemas.openxmlformats.org/drawingml/2006/main">
            <a:off x="6096000" y="1524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02</a:t>
            </a:r>
          </a:p>
        </p:txBody>
      </p:sp>
      <p:sp>
        <p:nvSpPr>
          <p:cNvPr id="12" name="">
            <a:extLst xmlns:a="http://schemas.openxmlformats.org/drawingml/2006/main">
              <a:ext uri="{FF2B5EF4-FFF2-40B4-BE49-F238E27FC236}">
                <a16:creationId xmlns:a16="http://schemas.microsoft.com/office/drawing/2014/main" id="{373090B2-4DCB-437E-A89C-94A6432FA271}"/>
              </a:ext>
            </a:extLst>
          </p:cNvPr>
          <p:cNvSpPr>
            <a:spLocks xmlns:a="http://schemas.openxmlformats.org/drawingml/2006/main" noGrp="1"/>
          </p:cNvSpPr>
          <p:nvPr/>
        </p:nvSpPr>
        <p:spPr>
          <a:xfrm xmlns:a="http://schemas.openxmlformats.org/drawingml/2006/main">
            <a:off x="6610350" y="1647825"/>
            <a:ext cx="30480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3" name="">
            <a:extLst xmlns:a="http://schemas.openxmlformats.org/drawingml/2006/main">
              <a:ext uri="{FF2B5EF4-FFF2-40B4-BE49-F238E27FC236}">
                <a16:creationId xmlns:a16="http://schemas.microsoft.com/office/drawing/2014/main" id="{8EC6A80D-609E-47AC-AE59-13474790BC57}"/>
              </a:ext>
            </a:extLst>
          </p:cNvPr>
          <p:cNvSpPr>
            <a:spLocks xmlns:a="http://schemas.openxmlformats.org/drawingml/2006/main" noGrp="1"/>
          </p:cNvSpPr>
          <p:nvPr/>
        </p:nvSpPr>
        <p:spPr>
          <a:xfrm xmlns:a="http://schemas.openxmlformats.org/drawingml/2006/main">
            <a:off x="7048500" y="1504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界面描述与数据能力职责不同</a:t>
            </a:r>
          </a:p>
        </p:txBody>
      </p:sp>
      <p:sp>
        <p:nvSpPr>
          <p:cNvPr id="14" name="">
            <a:extLst xmlns:a="http://schemas.openxmlformats.org/drawingml/2006/main">
              <a:ext uri="{FF2B5EF4-FFF2-40B4-BE49-F238E27FC236}">
                <a16:creationId xmlns:a16="http://schemas.microsoft.com/office/drawing/2014/main" id="{C2E6C137-52EE-4E76-8854-A797653C0350}"/>
              </a:ext>
            </a:extLst>
          </p:cNvPr>
          <p:cNvSpPr>
            <a:spLocks xmlns:a="http://schemas.openxmlformats.org/drawingml/2006/main" noGrp="1"/>
          </p:cNvSpPr>
          <p:nvPr/>
        </p:nvSpPr>
        <p:spPr>
          <a:xfrm xmlns:a="http://schemas.openxmlformats.org/drawingml/2006/main">
            <a:off x="7048500" y="188595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界面要保持安全可渲染；真实数据获取必须由具有权限和系统能力的终端执行。</a:t>
            </a:r>
          </a:p>
        </p:txBody>
      </p:sp>
      <p:sp>
        <p:nvSpPr>
          <p:cNvPr id="15" name="">
            <a:extLst xmlns:a="http://schemas.openxmlformats.org/drawingml/2006/main">
              <a:ext uri="{FF2B5EF4-FFF2-40B4-BE49-F238E27FC236}">
                <a16:creationId xmlns:a16="http://schemas.microsoft.com/office/drawing/2014/main" id="{1F5B21F8-BA57-4554-B641-049833C3422B}"/>
              </a:ext>
            </a:extLst>
          </p:cNvPr>
          <p:cNvSpPr>
            <a:spLocks xmlns:a="http://schemas.openxmlformats.org/drawingml/2006/main" noGrp="1"/>
          </p:cNvSpPr>
          <p:nvPr/>
        </p:nvSpPr>
        <p:spPr>
          <a:xfrm xmlns:a="http://schemas.openxmlformats.org/drawingml/2006/main">
            <a:off x="6096000" y="2800350"/>
            <a:ext cx="4953000" cy="9525"/>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16" name="">
            <a:extLst xmlns:a="http://schemas.openxmlformats.org/drawingml/2006/main">
              <a:ext uri="{FF2B5EF4-FFF2-40B4-BE49-F238E27FC236}">
                <a16:creationId xmlns:a16="http://schemas.microsoft.com/office/drawing/2014/main" id="{E961EFAE-7F6E-4F0A-854C-1E136DCCE2C3}"/>
              </a:ext>
            </a:extLst>
          </p:cNvPr>
          <p:cNvSpPr>
            <a:spLocks xmlns:a="http://schemas.openxmlformats.org/drawingml/2006/main" noGrp="1"/>
          </p:cNvSpPr>
          <p:nvPr/>
        </p:nvSpPr>
        <p:spPr>
          <a:xfrm xmlns:a="http://schemas.openxmlformats.org/drawingml/2006/main">
            <a:off x="685800" y="3067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03</a:t>
            </a:r>
          </a:p>
        </p:txBody>
      </p:sp>
      <p:sp>
        <p:nvSpPr>
          <p:cNvPr id="17" name="">
            <a:extLst xmlns:a="http://schemas.openxmlformats.org/drawingml/2006/main">
              <a:ext uri="{FF2B5EF4-FFF2-40B4-BE49-F238E27FC236}">
                <a16:creationId xmlns:a16="http://schemas.microsoft.com/office/drawing/2014/main" id="{B03EF63E-E705-4633-97A9-D6845C55D19D}"/>
              </a:ext>
            </a:extLst>
          </p:cNvPr>
          <p:cNvSpPr>
            <a:spLocks xmlns:a="http://schemas.openxmlformats.org/drawingml/2006/main" noGrp="1"/>
          </p:cNvSpPr>
          <p:nvPr/>
        </p:nvSpPr>
        <p:spPr>
          <a:xfrm xmlns:a="http://schemas.openxmlformats.org/drawingml/2006/main">
            <a:off x="1200150" y="3190875"/>
            <a:ext cx="30480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8" name="">
            <a:extLst xmlns:a="http://schemas.openxmlformats.org/drawingml/2006/main">
              <a:ext uri="{FF2B5EF4-FFF2-40B4-BE49-F238E27FC236}">
                <a16:creationId xmlns:a16="http://schemas.microsoft.com/office/drawing/2014/main" id="{5BC2E437-E318-41EF-A910-90511B595A7D}"/>
              </a:ext>
            </a:extLst>
          </p:cNvPr>
          <p:cNvSpPr>
            <a:spLocks xmlns:a="http://schemas.openxmlformats.org/drawingml/2006/main" noGrp="1"/>
          </p:cNvSpPr>
          <p:nvPr/>
        </p:nvSpPr>
        <p:spPr>
          <a:xfrm xmlns:a="http://schemas.openxmlformats.org/drawingml/2006/main">
            <a:off x="1638300" y="30480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界面引用必须与能力输出一致</a:t>
            </a:r>
          </a:p>
        </p:txBody>
      </p:sp>
      <p:sp>
        <p:nvSpPr>
          <p:cNvPr id="19" name="">
            <a:extLst xmlns:a="http://schemas.openxmlformats.org/drawingml/2006/main">
              <a:ext uri="{FF2B5EF4-FFF2-40B4-BE49-F238E27FC236}">
                <a16:creationId xmlns:a16="http://schemas.microsoft.com/office/drawing/2014/main" id="{098D3024-7AD7-441F-BE37-C8FB93CBE727}"/>
              </a:ext>
            </a:extLst>
          </p:cNvPr>
          <p:cNvSpPr>
            <a:spLocks xmlns:a="http://schemas.openxmlformats.org/drawingml/2006/main" noGrp="1"/>
          </p:cNvSpPr>
          <p:nvPr/>
        </p:nvSpPr>
        <p:spPr>
          <a:xfrm xmlns:a="http://schemas.openxmlformats.org/drawingml/2006/main">
            <a:off x="1638300" y="342900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路径不一致会导致空白、错位、越权引用、写入冲突或刷新失败。</a:t>
            </a:r>
          </a:p>
        </p:txBody>
      </p:sp>
      <p:sp>
        <p:nvSpPr>
          <p:cNvPr id="20" name="">
            <a:extLst xmlns:a="http://schemas.openxmlformats.org/drawingml/2006/main">
              <a:ext uri="{FF2B5EF4-FFF2-40B4-BE49-F238E27FC236}">
                <a16:creationId xmlns:a16="http://schemas.microsoft.com/office/drawing/2014/main" id="{A53F290D-1F21-48D8-BA01-BB9BD728F772}"/>
              </a:ext>
            </a:extLst>
          </p:cNvPr>
          <p:cNvSpPr>
            <a:spLocks xmlns:a="http://schemas.openxmlformats.org/drawingml/2006/main" noGrp="1"/>
          </p:cNvSpPr>
          <p:nvPr/>
        </p:nvSpPr>
        <p:spPr>
          <a:xfrm xmlns:a="http://schemas.openxmlformats.org/drawingml/2006/main">
            <a:off x="685800" y="4343400"/>
            <a:ext cx="4953000" cy="9525"/>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21" name="">
            <a:extLst xmlns:a="http://schemas.openxmlformats.org/drawingml/2006/main">
              <a:ext uri="{FF2B5EF4-FFF2-40B4-BE49-F238E27FC236}">
                <a16:creationId xmlns:a16="http://schemas.microsoft.com/office/drawing/2014/main" id="{429E9F4E-AB60-42EB-9BF0-7BEF6B474F27}"/>
              </a:ext>
            </a:extLst>
          </p:cNvPr>
          <p:cNvSpPr>
            <a:spLocks xmlns:a="http://schemas.openxmlformats.org/drawingml/2006/main" noGrp="1"/>
          </p:cNvSpPr>
          <p:nvPr/>
        </p:nvSpPr>
        <p:spPr>
          <a:xfrm xmlns:a="http://schemas.openxmlformats.org/drawingml/2006/main">
            <a:off x="6096000" y="3067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04</a:t>
            </a:r>
          </a:p>
        </p:txBody>
      </p:sp>
      <p:sp>
        <p:nvSpPr>
          <p:cNvPr id="22" name="">
            <a:extLst xmlns:a="http://schemas.openxmlformats.org/drawingml/2006/main">
              <a:ext uri="{FF2B5EF4-FFF2-40B4-BE49-F238E27FC236}">
                <a16:creationId xmlns:a16="http://schemas.microsoft.com/office/drawing/2014/main" id="{027C5309-D59B-4ABF-B185-6FF602ABA889}"/>
              </a:ext>
            </a:extLst>
          </p:cNvPr>
          <p:cNvSpPr>
            <a:spLocks xmlns:a="http://schemas.openxmlformats.org/drawingml/2006/main" noGrp="1"/>
          </p:cNvSpPr>
          <p:nvPr/>
        </p:nvSpPr>
        <p:spPr>
          <a:xfrm xmlns:a="http://schemas.openxmlformats.org/drawingml/2006/main">
            <a:off x="6610350" y="3190875"/>
            <a:ext cx="30480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23" name="">
            <a:extLst xmlns:a="http://schemas.openxmlformats.org/drawingml/2006/main">
              <a:ext uri="{FF2B5EF4-FFF2-40B4-BE49-F238E27FC236}">
                <a16:creationId xmlns:a16="http://schemas.microsoft.com/office/drawing/2014/main" id="{41C073E3-F29C-498C-A96B-78C01A126391}"/>
              </a:ext>
            </a:extLst>
          </p:cNvPr>
          <p:cNvSpPr>
            <a:spLocks xmlns:a="http://schemas.openxmlformats.org/drawingml/2006/main" noGrp="1"/>
          </p:cNvSpPr>
          <p:nvPr/>
        </p:nvSpPr>
        <p:spPr>
          <a:xfrm xmlns:a="http://schemas.openxmlformats.org/drawingml/2006/main">
            <a:off x="7048500" y="30480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一次生成需要支持多次刷新</a:t>
            </a:r>
          </a:p>
        </p:txBody>
      </p:sp>
      <p:sp>
        <p:nvSpPr>
          <p:cNvPr id="24" name="">
            <a:extLst xmlns:a="http://schemas.openxmlformats.org/drawingml/2006/main">
              <a:ext uri="{FF2B5EF4-FFF2-40B4-BE49-F238E27FC236}">
                <a16:creationId xmlns:a16="http://schemas.microsoft.com/office/drawing/2014/main" id="{42D991B3-D7C9-49EE-8281-C9D4FE51A6AB}"/>
              </a:ext>
            </a:extLst>
          </p:cNvPr>
          <p:cNvSpPr>
            <a:spLocks xmlns:a="http://schemas.openxmlformats.org/drawingml/2006/main" noGrp="1"/>
          </p:cNvSpPr>
          <p:nvPr/>
        </p:nvSpPr>
        <p:spPr>
          <a:xfrm xmlns:a="http://schemas.openxmlformats.org/drawingml/2006/main">
            <a:off x="7048500" y="342900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长期存在的卡片不能在每次数据变化时重新调用模型或重建完整组件树。</a:t>
            </a:r>
          </a:p>
        </p:txBody>
      </p:sp>
      <p:sp>
        <p:nvSpPr>
          <p:cNvPr id="25" name="">
            <a:extLst xmlns:a="http://schemas.openxmlformats.org/drawingml/2006/main">
              <a:ext uri="{FF2B5EF4-FFF2-40B4-BE49-F238E27FC236}">
                <a16:creationId xmlns:a16="http://schemas.microsoft.com/office/drawing/2014/main" id="{5119FF3B-51D4-497D-A894-6B9855A20DA5}"/>
              </a:ext>
            </a:extLst>
          </p:cNvPr>
          <p:cNvSpPr>
            <a:spLocks xmlns:a="http://schemas.openxmlformats.org/drawingml/2006/main" noGrp="1"/>
          </p:cNvSpPr>
          <p:nvPr/>
        </p:nvSpPr>
        <p:spPr>
          <a:xfrm xmlns:a="http://schemas.openxmlformats.org/drawingml/2006/main">
            <a:off x="6096000" y="4343400"/>
            <a:ext cx="4953000" cy="9525"/>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26" name="">
            <a:extLst xmlns:a="http://schemas.openxmlformats.org/drawingml/2006/main">
              <a:ext uri="{FF2B5EF4-FFF2-40B4-BE49-F238E27FC236}">
                <a16:creationId xmlns:a16="http://schemas.microsoft.com/office/drawing/2014/main" id="{61949230-D1B6-46CC-A6D1-2848EC466CF2}"/>
              </a:ext>
            </a:extLst>
          </p:cNvPr>
          <p:cNvSpPr>
            <a:spLocks xmlns:a="http://schemas.openxmlformats.org/drawingml/2006/main" noGrp="1"/>
          </p:cNvSpPr>
          <p:nvPr/>
        </p:nvSpPr>
        <p:spPr>
          <a:xfrm xmlns:a="http://schemas.openxmlformats.org/drawingml/2006/main">
            <a:off x="685800" y="46101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9842B"/>
                </a:solidFill>
              </a:defRPr>
            </a:pPr>
            <a:r>
              <a:rPr sz="1275" b="1">
                <a:solidFill>
                  <a:srgbClr val="E9842B"/>
                </a:solidFill>
              </a:rPr>
              <a:t>05</a:t>
            </a:r>
          </a:p>
        </p:txBody>
      </p:sp>
      <p:sp>
        <p:nvSpPr>
          <p:cNvPr id="27" name="">
            <a:extLst xmlns:a="http://schemas.openxmlformats.org/drawingml/2006/main">
              <a:ext uri="{FF2B5EF4-FFF2-40B4-BE49-F238E27FC236}">
                <a16:creationId xmlns:a16="http://schemas.microsoft.com/office/drawing/2014/main" id="{A3138AD1-794D-4E05-B7E2-B58C0D8F41DB}"/>
              </a:ext>
            </a:extLst>
          </p:cNvPr>
          <p:cNvSpPr>
            <a:spLocks xmlns:a="http://schemas.openxmlformats.org/drawingml/2006/main" noGrp="1"/>
          </p:cNvSpPr>
          <p:nvPr/>
        </p:nvSpPr>
        <p:spPr>
          <a:xfrm xmlns:a="http://schemas.openxmlformats.org/drawingml/2006/main">
            <a:off x="1200150" y="4733925"/>
            <a:ext cx="304800" cy="19050"/>
          </a:xfrm>
          <a:prstGeom xmlns:a="http://schemas.openxmlformats.org/drawingml/2006/main" prst="rect">
            <a:avLst/>
          </a:prstGeom>
          <a:solidFill xmlns:a="http://schemas.openxmlformats.org/drawingml/2006/main">
            <a:srgbClr val="FFF0E3"/>
          </a:solidFill>
          <a:ln xmlns:a="http://schemas.openxmlformats.org/drawingml/2006/main" w="0">
            <a:solidFill>
              <a:srgbClr val="FFF0E3"/>
            </a:solidFill>
            <a:prstDash val="solid"/>
          </a:ln>
        </p:spPr>
      </p:sp>
      <p:sp>
        <p:nvSpPr>
          <p:cNvPr id="28" name="">
            <a:extLst xmlns:a="http://schemas.openxmlformats.org/drawingml/2006/main">
              <a:ext uri="{FF2B5EF4-FFF2-40B4-BE49-F238E27FC236}">
                <a16:creationId xmlns:a16="http://schemas.microsoft.com/office/drawing/2014/main" id="{6479919C-D92B-462E-8650-119F69CED046}"/>
              </a:ext>
            </a:extLst>
          </p:cNvPr>
          <p:cNvSpPr>
            <a:spLocks xmlns:a="http://schemas.openxmlformats.org/drawingml/2006/main" noGrp="1"/>
          </p:cNvSpPr>
          <p:nvPr/>
        </p:nvSpPr>
        <p:spPr>
          <a:xfrm xmlns:a="http://schemas.openxmlformats.org/drawingml/2006/main">
            <a:off x="1638300" y="45910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更新消息不等于数据生产逻辑</a:t>
            </a:r>
          </a:p>
        </p:txBody>
      </p:sp>
      <p:sp>
        <p:nvSpPr>
          <p:cNvPr id="29" name="">
            <a:extLst xmlns:a="http://schemas.openxmlformats.org/drawingml/2006/main">
              <a:ext uri="{FF2B5EF4-FFF2-40B4-BE49-F238E27FC236}">
                <a16:creationId xmlns:a16="http://schemas.microsoft.com/office/drawing/2014/main" id="{53FFE712-6221-4134-877A-0C94B1DB8DF2}"/>
              </a:ext>
            </a:extLst>
          </p:cNvPr>
          <p:cNvSpPr>
            <a:spLocks xmlns:a="http://schemas.openxmlformats.org/drawingml/2006/main" noGrp="1"/>
          </p:cNvSpPr>
          <p:nvPr/>
        </p:nvSpPr>
        <p:spPr>
          <a:xfrm xmlns:a="http://schemas.openxmlformats.org/drawingml/2006/main">
            <a:off x="1638300" y="497205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updateDataModel 只说明向何处写什么值，不说明哪个能力产生值、参数与输出约束。</a:t>
            </a:r>
          </a:p>
        </p:txBody>
      </p:sp>
      <p:sp>
        <p:nvSpPr>
          <p:cNvPr id="30" name="">
            <a:extLst xmlns:a="http://schemas.openxmlformats.org/drawingml/2006/main">
              <a:ext uri="{FF2B5EF4-FFF2-40B4-BE49-F238E27FC236}">
                <a16:creationId xmlns:a16="http://schemas.microsoft.com/office/drawing/2014/main" id="{AEC4B7D7-FEB8-44BB-A20D-E342981BCAD3}"/>
              </a:ext>
            </a:extLst>
          </p:cNvPr>
          <p:cNvSpPr>
            <a:spLocks xmlns:a="http://schemas.openxmlformats.org/drawingml/2006/main" noGrp="1"/>
          </p:cNvSpPr>
          <p:nvPr/>
        </p:nvSpPr>
        <p:spPr>
          <a:xfrm xmlns:a="http://schemas.openxmlformats.org/drawingml/2006/main">
            <a:off x="6096000" y="46101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6FEB"/>
                </a:solidFill>
              </a:defRPr>
            </a:pPr>
            <a:r>
              <a:rPr sz="1275" b="1">
                <a:solidFill>
                  <a:srgbClr val="1F6FEB"/>
                </a:solidFill>
              </a:rPr>
              <a:t>06</a:t>
            </a:r>
          </a:p>
        </p:txBody>
      </p:sp>
      <p:sp>
        <p:nvSpPr>
          <p:cNvPr id="31" name="">
            <a:extLst xmlns:a="http://schemas.openxmlformats.org/drawingml/2006/main">
              <a:ext uri="{FF2B5EF4-FFF2-40B4-BE49-F238E27FC236}">
                <a16:creationId xmlns:a16="http://schemas.microsoft.com/office/drawing/2014/main" id="{3C8B6D00-0166-414E-9410-671C24669673}"/>
              </a:ext>
            </a:extLst>
          </p:cNvPr>
          <p:cNvSpPr>
            <a:spLocks xmlns:a="http://schemas.openxmlformats.org/drawingml/2006/main" noGrp="1"/>
          </p:cNvSpPr>
          <p:nvPr/>
        </p:nvSpPr>
        <p:spPr>
          <a:xfrm xmlns:a="http://schemas.openxmlformats.org/drawingml/2006/main">
            <a:off x="6610350" y="4733925"/>
            <a:ext cx="304800" cy="19050"/>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32" name="">
            <a:extLst xmlns:a="http://schemas.openxmlformats.org/drawingml/2006/main">
              <a:ext uri="{FF2B5EF4-FFF2-40B4-BE49-F238E27FC236}">
                <a16:creationId xmlns:a16="http://schemas.microsoft.com/office/drawing/2014/main" id="{5F320411-D892-4C22-8CFF-F2ADE91387A5}"/>
              </a:ext>
            </a:extLst>
          </p:cNvPr>
          <p:cNvSpPr>
            <a:spLocks xmlns:a="http://schemas.openxmlformats.org/drawingml/2006/main" noGrp="1"/>
          </p:cNvSpPr>
          <p:nvPr/>
        </p:nvSpPr>
        <p:spPr>
          <a:xfrm xmlns:a="http://schemas.openxmlformats.org/drawingml/2006/main">
            <a:off x="7048500" y="45910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终端环境会持续变化</a:t>
            </a:r>
          </a:p>
        </p:txBody>
      </p:sp>
      <p:sp>
        <p:nvSpPr>
          <p:cNvPr id="33" name="">
            <a:extLst xmlns:a="http://schemas.openxmlformats.org/drawingml/2006/main">
              <a:ext uri="{FF2B5EF4-FFF2-40B4-BE49-F238E27FC236}">
                <a16:creationId xmlns:a16="http://schemas.microsoft.com/office/drawing/2014/main" id="{28651584-E9BE-447A-8E05-6BE1A0118976}"/>
              </a:ext>
            </a:extLst>
          </p:cNvPr>
          <p:cNvSpPr>
            <a:spLocks xmlns:a="http://schemas.openxmlformats.org/drawingml/2006/main" noGrp="1"/>
          </p:cNvSpPr>
          <p:nvPr/>
        </p:nvSpPr>
        <p:spPr>
          <a:xfrm xmlns:a="http://schemas.openxmlformats.org/drawingml/2006/main">
            <a:off x="7048500" y="497205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版本、权限、安装状态和能力集合变化后，需要保持协议闭环并安全降级。</a:t>
            </a:r>
          </a:p>
        </p:txBody>
      </p:sp>
    </p:spTree>
    <p:extLst>
      <p:ext uri="{BB962C8B-B14F-4D97-AF65-F5344CB8AC3E}">
        <p14:creationId xmlns:p14="http://schemas.microsoft.com/office/powerpoint/2010/main" val="1650019155"/>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82DDC48-0FE0-4996-9FA7-5C8210A02163}"/>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一、背景与现有技术</a:t>
            </a:r>
          </a:p>
        </p:txBody>
      </p:sp>
      <p:sp>
        <p:nvSpPr>
          <p:cNvPr id="2" name="title-4">
            <a:extLst xmlns:a="http://schemas.openxmlformats.org/drawingml/2006/main">
              <a:ext uri="{FF2B5EF4-FFF2-40B4-BE49-F238E27FC236}">
                <a16:creationId xmlns:a16="http://schemas.microsoft.com/office/drawing/2014/main" id="{27F6409C-2F4A-4492-B5FE-02AD1F536C53}"/>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现有技术分别解决局部问题，但没有覆盖完整闭环</a:t>
            </a:r>
          </a:p>
        </p:txBody>
      </p:sp>
      <p:sp>
        <p:nvSpPr>
          <p:cNvPr id="3" name="">
            <a:extLst xmlns:a="http://schemas.openxmlformats.org/drawingml/2006/main">
              <a:ext uri="{FF2B5EF4-FFF2-40B4-BE49-F238E27FC236}">
                <a16:creationId xmlns:a16="http://schemas.microsoft.com/office/drawing/2014/main" id="{A6E9B620-9143-4495-8D3C-B575B2107300}"/>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B79EDAEB-218F-46EF-B055-B635E04C91F1}"/>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04</a:t>
            </a:r>
          </a:p>
        </p:txBody>
      </p:sp>
      <p:sp>
        <p:nvSpPr>
          <p:cNvPr id="5" name="">
            <a:extLst xmlns:a="http://schemas.openxmlformats.org/drawingml/2006/main">
              <a:ext uri="{FF2B5EF4-FFF2-40B4-BE49-F238E27FC236}">
                <a16:creationId xmlns:a16="http://schemas.microsoft.com/office/drawing/2014/main" id="{4FC2E99B-99E1-418A-B85E-C9914CD9A654}"/>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A38F5C07-917E-44A7-B8BD-A02C4C381674}"/>
              </a:ext>
            </a:extLst>
          </p:cNvPr>
          <p:cNvSpPr>
            <a:spLocks xmlns:a="http://schemas.openxmlformats.org/drawingml/2006/main" noGrp="1"/>
          </p:cNvSpPr>
          <p:nvPr/>
        </p:nvSpPr>
        <p:spPr>
          <a:xfrm xmlns:a="http://schemas.openxmlformats.org/drawingml/2006/main">
            <a:off x="685800" y="1466850"/>
            <a:ext cx="2047875" cy="4381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7" name="">
            <a:extLst xmlns:a="http://schemas.openxmlformats.org/drawingml/2006/main">
              <a:ext uri="{FF2B5EF4-FFF2-40B4-BE49-F238E27FC236}">
                <a16:creationId xmlns:a16="http://schemas.microsoft.com/office/drawing/2014/main" id="{35F274E6-E85B-47CC-A524-E4568FC452CE}"/>
              </a:ext>
            </a:extLst>
          </p:cNvPr>
          <p:cNvSpPr>
            <a:spLocks xmlns:a="http://schemas.openxmlformats.org/drawingml/2006/main" noGrp="1"/>
          </p:cNvSpPr>
          <p:nvPr/>
        </p:nvSpPr>
        <p:spPr>
          <a:xfrm xmlns:a="http://schemas.openxmlformats.org/drawingml/2006/main">
            <a:off x="819150" y="1562100"/>
            <a:ext cx="1781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现有技术类别</a:t>
            </a:r>
          </a:p>
        </p:txBody>
      </p:sp>
      <p:sp>
        <p:nvSpPr>
          <p:cNvPr id="8" name="">
            <a:extLst xmlns:a="http://schemas.openxmlformats.org/drawingml/2006/main">
              <a:ext uri="{FF2B5EF4-FFF2-40B4-BE49-F238E27FC236}">
                <a16:creationId xmlns:a16="http://schemas.microsoft.com/office/drawing/2014/main" id="{0F65D08F-59F3-4149-908E-4F76DC34FABD}"/>
              </a:ext>
            </a:extLst>
          </p:cNvPr>
          <p:cNvSpPr>
            <a:spLocks xmlns:a="http://schemas.openxmlformats.org/drawingml/2006/main" noGrp="1"/>
          </p:cNvSpPr>
          <p:nvPr/>
        </p:nvSpPr>
        <p:spPr>
          <a:xfrm xmlns:a="http://schemas.openxmlformats.org/drawingml/2006/main">
            <a:off x="2733675" y="1466850"/>
            <a:ext cx="3857625" cy="4381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9" name="">
            <a:extLst xmlns:a="http://schemas.openxmlformats.org/drawingml/2006/main">
              <a:ext uri="{FF2B5EF4-FFF2-40B4-BE49-F238E27FC236}">
                <a16:creationId xmlns:a16="http://schemas.microsoft.com/office/drawing/2014/main" id="{36398DBB-B0E7-453F-AB6C-9F443AF0148C}"/>
              </a:ext>
            </a:extLst>
          </p:cNvPr>
          <p:cNvSpPr>
            <a:spLocks xmlns:a="http://schemas.openxmlformats.org/drawingml/2006/main" noGrp="1"/>
          </p:cNvSpPr>
          <p:nvPr/>
        </p:nvSpPr>
        <p:spPr>
          <a:xfrm xmlns:a="http://schemas.openxmlformats.org/drawingml/2006/main">
            <a:off x="2867025" y="1562100"/>
            <a:ext cx="35909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已解决的问题</a:t>
            </a:r>
          </a:p>
        </p:txBody>
      </p:sp>
      <p:sp>
        <p:nvSpPr>
          <p:cNvPr id="10" name="">
            <a:extLst xmlns:a="http://schemas.openxmlformats.org/drawingml/2006/main">
              <a:ext uri="{FF2B5EF4-FFF2-40B4-BE49-F238E27FC236}">
                <a16:creationId xmlns:a16="http://schemas.microsoft.com/office/drawing/2014/main" id="{1B78B326-63E4-4C22-B9FC-B1F40663145F}"/>
              </a:ext>
            </a:extLst>
          </p:cNvPr>
          <p:cNvSpPr>
            <a:spLocks xmlns:a="http://schemas.openxmlformats.org/drawingml/2006/main" noGrp="1"/>
          </p:cNvSpPr>
          <p:nvPr/>
        </p:nvSpPr>
        <p:spPr>
          <a:xfrm xmlns:a="http://schemas.openxmlformats.org/drawingml/2006/main">
            <a:off x="6591300" y="1466850"/>
            <a:ext cx="4000500" cy="4381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11" name="">
            <a:extLst xmlns:a="http://schemas.openxmlformats.org/drawingml/2006/main">
              <a:ext uri="{FF2B5EF4-FFF2-40B4-BE49-F238E27FC236}">
                <a16:creationId xmlns:a16="http://schemas.microsoft.com/office/drawing/2014/main" id="{A6F88D5B-07D1-4C39-BBE0-BFE0B3071F79}"/>
              </a:ext>
            </a:extLst>
          </p:cNvPr>
          <p:cNvSpPr>
            <a:spLocks xmlns:a="http://schemas.openxmlformats.org/drawingml/2006/main" noGrp="1"/>
          </p:cNvSpPr>
          <p:nvPr/>
        </p:nvSpPr>
        <p:spPr>
          <a:xfrm xmlns:a="http://schemas.openxmlformats.org/drawingml/2006/main">
            <a:off x="6724650" y="1562100"/>
            <a:ext cx="3733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仍未覆盖的关键环节</a:t>
            </a:r>
          </a:p>
        </p:txBody>
      </p:sp>
      <p:sp>
        <p:nvSpPr>
          <p:cNvPr id="12" name="">
            <a:extLst xmlns:a="http://schemas.openxmlformats.org/drawingml/2006/main">
              <a:ext uri="{FF2B5EF4-FFF2-40B4-BE49-F238E27FC236}">
                <a16:creationId xmlns:a16="http://schemas.microsoft.com/office/drawing/2014/main" id="{043644D1-B779-49CD-B3BC-BBDD192439FA}"/>
              </a:ext>
            </a:extLst>
          </p:cNvPr>
          <p:cNvSpPr>
            <a:spLocks xmlns:a="http://schemas.openxmlformats.org/drawingml/2006/main" noGrp="1"/>
          </p:cNvSpPr>
          <p:nvPr/>
        </p:nvSpPr>
        <p:spPr>
          <a:xfrm xmlns:a="http://schemas.openxmlformats.org/drawingml/2006/main">
            <a:off x="685800" y="1905000"/>
            <a:ext cx="20478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C988816D-7BD2-44C0-823D-AD9FB486619E}"/>
              </a:ext>
            </a:extLst>
          </p:cNvPr>
          <p:cNvSpPr>
            <a:spLocks xmlns:a="http://schemas.openxmlformats.org/drawingml/2006/main" noGrp="1"/>
          </p:cNvSpPr>
          <p:nvPr/>
        </p:nvSpPr>
        <p:spPr>
          <a:xfrm xmlns:a="http://schemas.openxmlformats.org/drawingml/2006/main">
            <a:off x="800100" y="2009775"/>
            <a:ext cx="18192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526273"/>
                </a:solidFill>
              </a:defRPr>
            </a:pPr>
            <a:r>
              <a:rPr sz="1238" b="1">
                <a:solidFill>
                  <a:srgbClr val="526273"/>
                </a:solidFill>
              </a:rPr>
              <a:t>A2UI / 声明式 GenUI</a:t>
            </a:r>
          </a:p>
        </p:txBody>
      </p:sp>
      <p:sp>
        <p:nvSpPr>
          <p:cNvPr id="14" name="">
            <a:extLst xmlns:a="http://schemas.openxmlformats.org/drawingml/2006/main">
              <a:ext uri="{FF2B5EF4-FFF2-40B4-BE49-F238E27FC236}">
                <a16:creationId xmlns:a16="http://schemas.microsoft.com/office/drawing/2014/main" id="{DFFE01E0-CD74-4A23-8E46-B06B3AC852F0}"/>
              </a:ext>
            </a:extLst>
          </p:cNvPr>
          <p:cNvSpPr>
            <a:spLocks xmlns:a="http://schemas.openxmlformats.org/drawingml/2006/main" noGrp="1"/>
          </p:cNvSpPr>
          <p:nvPr/>
        </p:nvSpPr>
        <p:spPr>
          <a:xfrm xmlns:a="http://schemas.openxmlformats.org/drawingml/2006/main">
            <a:off x="2733675" y="1905000"/>
            <a:ext cx="385762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2DB27A4C-2249-48E2-95FF-9E4073C570BD}"/>
              </a:ext>
            </a:extLst>
          </p:cNvPr>
          <p:cNvSpPr>
            <a:spLocks xmlns:a="http://schemas.openxmlformats.org/drawingml/2006/main" noGrp="1"/>
          </p:cNvSpPr>
          <p:nvPr/>
        </p:nvSpPr>
        <p:spPr>
          <a:xfrm xmlns:a="http://schemas.openxmlformats.org/drawingml/2006/main">
            <a:off x="2847975" y="2009775"/>
            <a:ext cx="36290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组件描述、DataModel、updateDataModel 与响应式渲染</a:t>
            </a:r>
          </a:p>
        </p:txBody>
      </p:sp>
      <p:sp>
        <p:nvSpPr>
          <p:cNvPr id="16" name="">
            <a:extLst xmlns:a="http://schemas.openxmlformats.org/drawingml/2006/main">
              <a:ext uri="{FF2B5EF4-FFF2-40B4-BE49-F238E27FC236}">
                <a16:creationId xmlns:a16="http://schemas.microsoft.com/office/drawing/2014/main" id="{3212F8D4-E123-4385-ABAB-7C650F5C39B3}"/>
              </a:ext>
            </a:extLst>
          </p:cNvPr>
          <p:cNvSpPr>
            <a:spLocks xmlns:a="http://schemas.openxmlformats.org/drawingml/2006/main" noGrp="1"/>
          </p:cNvSpPr>
          <p:nvPr/>
        </p:nvSpPr>
        <p:spPr>
          <a:xfrm xmlns:a="http://schemas.openxmlformats.org/drawingml/2006/main">
            <a:off x="6591300" y="1905000"/>
            <a:ext cx="4000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C84369B1-28F3-4762-83CB-18C52A2AAFFC}"/>
              </a:ext>
            </a:extLst>
          </p:cNvPr>
          <p:cNvSpPr>
            <a:spLocks xmlns:a="http://schemas.openxmlformats.org/drawingml/2006/main" noGrp="1"/>
          </p:cNvSpPr>
          <p:nvPr/>
        </p:nvSpPr>
        <p:spPr>
          <a:xfrm xmlns:a="http://schemas.openxmlformats.org/drawingml/2006/main">
            <a:off x="6705600" y="2009775"/>
            <a:ext cx="37719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不必然声明 value 的端侧生产能力、参数、output schema 与持久刷新计划</a:t>
            </a:r>
          </a:p>
        </p:txBody>
      </p:sp>
      <p:sp>
        <p:nvSpPr>
          <p:cNvPr id="18" name="">
            <a:extLst xmlns:a="http://schemas.openxmlformats.org/drawingml/2006/main">
              <a:ext uri="{FF2B5EF4-FFF2-40B4-BE49-F238E27FC236}">
                <a16:creationId xmlns:a16="http://schemas.microsoft.com/office/drawing/2014/main" id="{0130099F-438B-409F-A030-27C4424BF0FC}"/>
              </a:ext>
            </a:extLst>
          </p:cNvPr>
          <p:cNvSpPr>
            <a:spLocks xmlns:a="http://schemas.openxmlformats.org/drawingml/2006/main" noGrp="1"/>
          </p:cNvSpPr>
          <p:nvPr/>
        </p:nvSpPr>
        <p:spPr>
          <a:xfrm xmlns:a="http://schemas.openxmlformats.org/drawingml/2006/main">
            <a:off x="685800" y="2743200"/>
            <a:ext cx="20478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B1921F1A-99A1-4B14-85A9-9BA65A97D5B6}"/>
              </a:ext>
            </a:extLst>
          </p:cNvPr>
          <p:cNvSpPr>
            <a:spLocks xmlns:a="http://schemas.openxmlformats.org/drawingml/2006/main" noGrp="1"/>
          </p:cNvSpPr>
          <p:nvPr/>
        </p:nvSpPr>
        <p:spPr>
          <a:xfrm xmlns:a="http://schemas.openxmlformats.org/drawingml/2006/main">
            <a:off x="800100" y="2847975"/>
            <a:ext cx="18192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526273"/>
                </a:solidFill>
              </a:defRPr>
            </a:pPr>
            <a:r>
              <a:rPr sz="1238" b="1">
                <a:solidFill>
                  <a:srgbClr val="526273"/>
                </a:solidFill>
              </a:rPr>
              <a:t>实时数据绑定配置</a:t>
            </a:r>
          </a:p>
        </p:txBody>
      </p:sp>
      <p:sp>
        <p:nvSpPr>
          <p:cNvPr id="20" name="">
            <a:extLst xmlns:a="http://schemas.openxmlformats.org/drawingml/2006/main">
              <a:ext uri="{FF2B5EF4-FFF2-40B4-BE49-F238E27FC236}">
                <a16:creationId xmlns:a16="http://schemas.microsoft.com/office/drawing/2014/main" id="{4D4D8731-86C9-424C-9F84-2079A37FAF17}"/>
              </a:ext>
            </a:extLst>
          </p:cNvPr>
          <p:cNvSpPr>
            <a:spLocks xmlns:a="http://schemas.openxmlformats.org/drawingml/2006/main" noGrp="1"/>
          </p:cNvSpPr>
          <p:nvPr/>
        </p:nvSpPr>
        <p:spPr>
          <a:xfrm xmlns:a="http://schemas.openxmlformats.org/drawingml/2006/main">
            <a:off x="2733675" y="2743200"/>
            <a:ext cx="385762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E9CCE600-170D-48A6-9097-1BCEFE6DF18A}"/>
              </a:ext>
            </a:extLst>
          </p:cNvPr>
          <p:cNvSpPr>
            <a:spLocks xmlns:a="http://schemas.openxmlformats.org/drawingml/2006/main" noGrp="1"/>
          </p:cNvSpPr>
          <p:nvPr/>
        </p:nvSpPr>
        <p:spPr>
          <a:xfrm xmlns:a="http://schemas.openxmlformats.org/drawingml/2006/main">
            <a:off x="2847975" y="2847975"/>
            <a:ext cx="36290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界面模板与数据库数据点绑定，数据变化后刷新元素</a:t>
            </a:r>
          </a:p>
        </p:txBody>
      </p:sp>
      <p:sp>
        <p:nvSpPr>
          <p:cNvPr id="22" name="">
            <a:extLst xmlns:a="http://schemas.openxmlformats.org/drawingml/2006/main">
              <a:ext uri="{FF2B5EF4-FFF2-40B4-BE49-F238E27FC236}">
                <a16:creationId xmlns:a16="http://schemas.microsoft.com/office/drawing/2014/main" id="{671DBDD2-291A-41EF-B297-AA53704A7E35}"/>
              </a:ext>
            </a:extLst>
          </p:cNvPr>
          <p:cNvSpPr>
            <a:spLocks xmlns:a="http://schemas.openxmlformats.org/drawingml/2006/main" noGrp="1"/>
          </p:cNvSpPr>
          <p:nvPr/>
        </p:nvSpPr>
        <p:spPr>
          <a:xfrm xmlns:a="http://schemas.openxmlformats.org/drawingml/2006/main">
            <a:off x="6591300" y="2743200"/>
            <a:ext cx="4000500"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3" name="">
            <a:extLst xmlns:a="http://schemas.openxmlformats.org/drawingml/2006/main">
              <a:ext uri="{FF2B5EF4-FFF2-40B4-BE49-F238E27FC236}">
                <a16:creationId xmlns:a16="http://schemas.microsoft.com/office/drawing/2014/main" id="{D702888A-8C56-4512-8F4A-E6C65B8B4F4A}"/>
              </a:ext>
            </a:extLst>
          </p:cNvPr>
          <p:cNvSpPr>
            <a:spLocks xmlns:a="http://schemas.openxmlformats.org/drawingml/2006/main" noGrp="1"/>
          </p:cNvSpPr>
          <p:nvPr/>
        </p:nvSpPr>
        <p:spPr>
          <a:xfrm xmlns:a="http://schemas.openxmlformats.org/drawingml/2006/main">
            <a:off x="6705600" y="2847975"/>
            <a:ext cx="37719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面向预设模板；缺少生成前投影、终端能力契约与跨协议校验</a:t>
            </a:r>
          </a:p>
        </p:txBody>
      </p:sp>
      <p:sp>
        <p:nvSpPr>
          <p:cNvPr id="24" name="">
            <a:extLst xmlns:a="http://schemas.openxmlformats.org/drawingml/2006/main">
              <a:ext uri="{FF2B5EF4-FFF2-40B4-BE49-F238E27FC236}">
                <a16:creationId xmlns:a16="http://schemas.microsoft.com/office/drawing/2014/main" id="{823A16C3-61C1-427B-8E83-BF641E7026D9}"/>
              </a:ext>
            </a:extLst>
          </p:cNvPr>
          <p:cNvSpPr>
            <a:spLocks xmlns:a="http://schemas.openxmlformats.org/drawingml/2006/main" noGrp="1"/>
          </p:cNvSpPr>
          <p:nvPr/>
        </p:nvSpPr>
        <p:spPr>
          <a:xfrm xmlns:a="http://schemas.openxmlformats.org/drawingml/2006/main">
            <a:off x="685800" y="3581400"/>
            <a:ext cx="20478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22448572-ABA1-43A3-9BBD-1374C0EC459F}"/>
              </a:ext>
            </a:extLst>
          </p:cNvPr>
          <p:cNvSpPr>
            <a:spLocks xmlns:a="http://schemas.openxmlformats.org/drawingml/2006/main" noGrp="1"/>
          </p:cNvSpPr>
          <p:nvPr/>
        </p:nvSpPr>
        <p:spPr>
          <a:xfrm xmlns:a="http://schemas.openxmlformats.org/drawingml/2006/main">
            <a:off x="800100" y="3686175"/>
            <a:ext cx="18192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526273"/>
                </a:solidFill>
              </a:defRPr>
            </a:pPr>
            <a:r>
              <a:rPr sz="1238" b="1">
                <a:solidFill>
                  <a:srgbClr val="526273"/>
                </a:solidFill>
              </a:rPr>
              <a:t>ViewModel 跨进程同步</a:t>
            </a:r>
          </a:p>
        </p:txBody>
      </p:sp>
      <p:sp>
        <p:nvSpPr>
          <p:cNvPr id="26" name="">
            <a:extLst xmlns:a="http://schemas.openxmlformats.org/drawingml/2006/main">
              <a:ext uri="{FF2B5EF4-FFF2-40B4-BE49-F238E27FC236}">
                <a16:creationId xmlns:a16="http://schemas.microsoft.com/office/drawing/2014/main" id="{495BA4CD-3540-4F31-BA2F-199AD2928638}"/>
              </a:ext>
            </a:extLst>
          </p:cNvPr>
          <p:cNvSpPr>
            <a:spLocks xmlns:a="http://schemas.openxmlformats.org/drawingml/2006/main" noGrp="1"/>
          </p:cNvSpPr>
          <p:nvPr/>
        </p:nvSpPr>
        <p:spPr>
          <a:xfrm xmlns:a="http://schemas.openxmlformats.org/drawingml/2006/main">
            <a:off x="2733675" y="3581400"/>
            <a:ext cx="385762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A115D54A-015E-4B99-88CB-6A41CB405B50}"/>
              </a:ext>
            </a:extLst>
          </p:cNvPr>
          <p:cNvSpPr>
            <a:spLocks xmlns:a="http://schemas.openxmlformats.org/drawingml/2006/main" noGrp="1"/>
          </p:cNvSpPr>
          <p:nvPr/>
        </p:nvSpPr>
        <p:spPr>
          <a:xfrm xmlns:a="http://schemas.openxmlformats.org/drawingml/2006/main">
            <a:off x="2847975" y="3686175"/>
            <a:ext cx="36290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声明式定义、代理 ViewModel 与状态同步</a:t>
            </a:r>
          </a:p>
        </p:txBody>
      </p:sp>
      <p:sp>
        <p:nvSpPr>
          <p:cNvPr id="28" name="">
            <a:extLst xmlns:a="http://schemas.openxmlformats.org/drawingml/2006/main">
              <a:ext uri="{FF2B5EF4-FFF2-40B4-BE49-F238E27FC236}">
                <a16:creationId xmlns:a16="http://schemas.microsoft.com/office/drawing/2014/main" id="{865257A9-941D-48F7-B7AD-4C676755CD01}"/>
              </a:ext>
            </a:extLst>
          </p:cNvPr>
          <p:cNvSpPr>
            <a:spLocks xmlns:a="http://schemas.openxmlformats.org/drawingml/2006/main" noGrp="1"/>
          </p:cNvSpPr>
          <p:nvPr/>
        </p:nvSpPr>
        <p:spPr>
          <a:xfrm xmlns:a="http://schemas.openxmlformats.org/drawingml/2006/main">
            <a:off x="6591300" y="3581400"/>
            <a:ext cx="4000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50D66D8E-08B0-4A29-A66C-BF6C6B2CFA6B}"/>
              </a:ext>
            </a:extLst>
          </p:cNvPr>
          <p:cNvSpPr>
            <a:spLocks xmlns:a="http://schemas.openxmlformats.org/drawingml/2006/main" noGrp="1"/>
          </p:cNvSpPr>
          <p:nvPr/>
        </p:nvSpPr>
        <p:spPr>
          <a:xfrm xmlns:a="http://schemas.openxmlformats.org/drawingml/2006/main">
            <a:off x="6705600" y="3686175"/>
            <a:ext cx="37719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未形成独立数据执行契约，也未解决真实数据与生成模型隔离</a:t>
            </a:r>
          </a:p>
        </p:txBody>
      </p:sp>
      <p:sp>
        <p:nvSpPr>
          <p:cNvPr id="30" name="">
            <a:extLst xmlns:a="http://schemas.openxmlformats.org/drawingml/2006/main">
              <a:ext uri="{FF2B5EF4-FFF2-40B4-BE49-F238E27FC236}">
                <a16:creationId xmlns:a16="http://schemas.microsoft.com/office/drawing/2014/main" id="{FB4851B1-8299-464D-8779-A28327694295}"/>
              </a:ext>
            </a:extLst>
          </p:cNvPr>
          <p:cNvSpPr>
            <a:spLocks xmlns:a="http://schemas.openxmlformats.org/drawingml/2006/main" noGrp="1"/>
          </p:cNvSpPr>
          <p:nvPr/>
        </p:nvSpPr>
        <p:spPr>
          <a:xfrm xmlns:a="http://schemas.openxmlformats.org/drawingml/2006/main">
            <a:off x="685800" y="4419600"/>
            <a:ext cx="20478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935ACFE7-2F13-4046-804F-BF9D24C7CC54}"/>
              </a:ext>
            </a:extLst>
          </p:cNvPr>
          <p:cNvSpPr>
            <a:spLocks xmlns:a="http://schemas.openxmlformats.org/drawingml/2006/main" noGrp="1"/>
          </p:cNvSpPr>
          <p:nvPr/>
        </p:nvSpPr>
        <p:spPr>
          <a:xfrm xmlns:a="http://schemas.openxmlformats.org/drawingml/2006/main">
            <a:off x="800100" y="4524375"/>
            <a:ext cx="18192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526273"/>
                </a:solidFill>
              </a:defRPr>
            </a:pPr>
            <a:r>
              <a:rPr sz="1238" b="1">
                <a:solidFill>
                  <a:srgbClr val="526273"/>
                </a:solidFill>
              </a:rPr>
              <a:t>单一声明式模型</a:t>
            </a:r>
          </a:p>
        </p:txBody>
      </p:sp>
      <p:sp>
        <p:nvSpPr>
          <p:cNvPr id="32" name="">
            <a:extLst xmlns:a="http://schemas.openxmlformats.org/drawingml/2006/main">
              <a:ext uri="{FF2B5EF4-FFF2-40B4-BE49-F238E27FC236}">
                <a16:creationId xmlns:a16="http://schemas.microsoft.com/office/drawing/2014/main" id="{6633A34E-12D8-42F1-B4B0-75AC825A51A9}"/>
              </a:ext>
            </a:extLst>
          </p:cNvPr>
          <p:cNvSpPr>
            <a:spLocks xmlns:a="http://schemas.openxmlformats.org/drawingml/2006/main" noGrp="1"/>
          </p:cNvSpPr>
          <p:nvPr/>
        </p:nvSpPr>
        <p:spPr>
          <a:xfrm xmlns:a="http://schemas.openxmlformats.org/drawingml/2006/main">
            <a:off x="2733675" y="4419600"/>
            <a:ext cx="385762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4D1FE800-4624-4880-9F34-F0852A826C7B}"/>
              </a:ext>
            </a:extLst>
          </p:cNvPr>
          <p:cNvSpPr>
            <a:spLocks xmlns:a="http://schemas.openxmlformats.org/drawingml/2006/main" noGrp="1"/>
          </p:cNvSpPr>
          <p:nvPr/>
        </p:nvSpPr>
        <p:spPr>
          <a:xfrm xmlns:a="http://schemas.openxmlformats.org/drawingml/2006/main">
            <a:off x="2847975" y="4524375"/>
            <a:ext cx="36290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界面输入、后端操作与动态面板的一体化描述</a:t>
            </a:r>
          </a:p>
        </p:txBody>
      </p:sp>
      <p:sp>
        <p:nvSpPr>
          <p:cNvPr id="34" name="">
            <a:extLst xmlns:a="http://schemas.openxmlformats.org/drawingml/2006/main">
              <a:ext uri="{FF2B5EF4-FFF2-40B4-BE49-F238E27FC236}">
                <a16:creationId xmlns:a16="http://schemas.microsoft.com/office/drawing/2014/main" id="{D2E450FF-0A65-4045-AAB6-EF80E8EBB77E}"/>
              </a:ext>
            </a:extLst>
          </p:cNvPr>
          <p:cNvSpPr>
            <a:spLocks xmlns:a="http://schemas.openxmlformats.org/drawingml/2006/main" noGrp="1"/>
          </p:cNvSpPr>
          <p:nvPr/>
        </p:nvSpPr>
        <p:spPr>
          <a:xfrm xmlns:a="http://schemas.openxmlformats.org/drawingml/2006/main">
            <a:off x="6591300" y="4419600"/>
            <a:ext cx="4000500"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62B801EF-04FA-4D05-AB89-DA227ACED040}"/>
              </a:ext>
            </a:extLst>
          </p:cNvPr>
          <p:cNvSpPr>
            <a:spLocks xmlns:a="http://schemas.openxmlformats.org/drawingml/2006/main" noGrp="1"/>
          </p:cNvSpPr>
          <p:nvPr/>
        </p:nvSpPr>
        <p:spPr>
          <a:xfrm xmlns:a="http://schemas.openxmlformats.org/drawingml/2006/main">
            <a:off x="6705600" y="4524375"/>
            <a:ext cx="37719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执行边界可被单一模型共同修改，缺少独立受控契约与路径证明</a:t>
            </a:r>
          </a:p>
        </p:txBody>
      </p:sp>
      <p:sp>
        <p:nvSpPr>
          <p:cNvPr id="36" name="">
            <a:extLst xmlns:a="http://schemas.openxmlformats.org/drawingml/2006/main">
              <a:ext uri="{FF2B5EF4-FFF2-40B4-BE49-F238E27FC236}">
                <a16:creationId xmlns:a16="http://schemas.microsoft.com/office/drawing/2014/main" id="{22C3803D-11A9-46FE-88B5-40D816FFD162}"/>
              </a:ext>
            </a:extLst>
          </p:cNvPr>
          <p:cNvSpPr>
            <a:spLocks xmlns:a="http://schemas.openxmlformats.org/drawingml/2006/main" noGrp="1"/>
          </p:cNvSpPr>
          <p:nvPr/>
        </p:nvSpPr>
        <p:spPr>
          <a:xfrm xmlns:a="http://schemas.openxmlformats.org/drawingml/2006/main">
            <a:off x="685800" y="5257800"/>
            <a:ext cx="20478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9F3266E9-DA54-45BE-BC54-7D8EB1B4FD92}"/>
              </a:ext>
            </a:extLst>
          </p:cNvPr>
          <p:cNvSpPr>
            <a:spLocks xmlns:a="http://schemas.openxmlformats.org/drawingml/2006/main" noGrp="1"/>
          </p:cNvSpPr>
          <p:nvPr/>
        </p:nvSpPr>
        <p:spPr>
          <a:xfrm xmlns:a="http://schemas.openxmlformats.org/drawingml/2006/main">
            <a:off x="800100" y="5362575"/>
            <a:ext cx="18192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526273"/>
                </a:solidFill>
              </a:defRPr>
            </a:pPr>
            <a:r>
              <a:rPr sz="1238" b="1">
                <a:solidFill>
                  <a:srgbClr val="526273"/>
                </a:solidFill>
              </a:rPr>
              <a:t>传统 Widget / 连接器</a:t>
            </a:r>
          </a:p>
        </p:txBody>
      </p:sp>
      <p:sp>
        <p:nvSpPr>
          <p:cNvPr id="38" name="">
            <a:extLst xmlns:a="http://schemas.openxmlformats.org/drawingml/2006/main">
              <a:ext uri="{FF2B5EF4-FFF2-40B4-BE49-F238E27FC236}">
                <a16:creationId xmlns:a16="http://schemas.microsoft.com/office/drawing/2014/main" id="{E6D0BF8F-9BCA-4A0D-AB1B-8BFC1A22632F}"/>
              </a:ext>
            </a:extLst>
          </p:cNvPr>
          <p:cNvSpPr>
            <a:spLocks xmlns:a="http://schemas.openxmlformats.org/drawingml/2006/main" noGrp="1"/>
          </p:cNvSpPr>
          <p:nvPr/>
        </p:nvSpPr>
        <p:spPr>
          <a:xfrm xmlns:a="http://schemas.openxmlformats.org/drawingml/2006/main">
            <a:off x="2733675" y="5257800"/>
            <a:ext cx="385762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9" name="">
            <a:extLst xmlns:a="http://schemas.openxmlformats.org/drawingml/2006/main">
              <a:ext uri="{FF2B5EF4-FFF2-40B4-BE49-F238E27FC236}">
                <a16:creationId xmlns:a16="http://schemas.microsoft.com/office/drawing/2014/main" id="{FCA780F7-7D79-4931-A852-24B64A1F29EF}"/>
              </a:ext>
            </a:extLst>
          </p:cNvPr>
          <p:cNvSpPr>
            <a:spLocks xmlns:a="http://schemas.openxmlformats.org/drawingml/2006/main" noGrp="1"/>
          </p:cNvSpPr>
          <p:nvPr/>
        </p:nvSpPr>
        <p:spPr>
          <a:xfrm xmlns:a="http://schemas.openxmlformats.org/drawingml/2006/main">
            <a:off x="2847975" y="5362575"/>
            <a:ext cx="36290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开发者预编码 Provider、Timeline、连接器和刷新策略</a:t>
            </a:r>
          </a:p>
        </p:txBody>
      </p:sp>
      <p:sp>
        <p:nvSpPr>
          <p:cNvPr id="40" name="">
            <a:extLst xmlns:a="http://schemas.openxmlformats.org/drawingml/2006/main">
              <a:ext uri="{FF2B5EF4-FFF2-40B4-BE49-F238E27FC236}">
                <a16:creationId xmlns:a16="http://schemas.microsoft.com/office/drawing/2014/main" id="{0D69E17F-695B-4C1B-AA37-E722EF939113}"/>
              </a:ext>
            </a:extLst>
          </p:cNvPr>
          <p:cNvSpPr>
            <a:spLocks xmlns:a="http://schemas.openxmlformats.org/drawingml/2006/main" noGrp="1"/>
          </p:cNvSpPr>
          <p:nvPr/>
        </p:nvSpPr>
        <p:spPr>
          <a:xfrm xmlns:a="http://schemas.openxmlformats.org/drawingml/2006/main">
            <a:off x="6591300" y="5257800"/>
            <a:ext cx="4000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28B16F90-F9B0-4E97-BD5A-8C294951F212}"/>
              </a:ext>
            </a:extLst>
          </p:cNvPr>
          <p:cNvSpPr>
            <a:spLocks xmlns:a="http://schemas.openxmlformats.org/drawingml/2006/main" noGrp="1"/>
          </p:cNvSpPr>
          <p:nvPr/>
        </p:nvSpPr>
        <p:spPr>
          <a:xfrm xmlns:a="http://schemas.openxmlformats.org/drawingml/2006/main">
            <a:off x="6705600" y="5362575"/>
            <a:ext cx="37719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不支持自然语言生成任意界面后自动匹配契约与校验路径</a:t>
            </a:r>
          </a:p>
        </p:txBody>
      </p:sp>
      <p:sp>
        <p:nvSpPr>
          <p:cNvPr id="42" name="">
            <a:extLst xmlns:a="http://schemas.openxmlformats.org/drawingml/2006/main">
              <a:ext uri="{FF2B5EF4-FFF2-40B4-BE49-F238E27FC236}">
                <a16:creationId xmlns:a16="http://schemas.microsoft.com/office/drawing/2014/main" id="{8E72FEFA-AF9A-4FD0-867B-E4CEBDBD5A34}"/>
              </a:ext>
            </a:extLst>
          </p:cNvPr>
          <p:cNvSpPr>
            <a:spLocks xmlns:a="http://schemas.openxmlformats.org/drawingml/2006/main" noGrp="1"/>
          </p:cNvSpPr>
          <p:nvPr/>
        </p:nvSpPr>
        <p:spPr>
          <a:xfrm xmlns:a="http://schemas.openxmlformats.org/drawingml/2006/main">
            <a:off x="685800" y="628650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88" b="0">
                <a:solidFill>
                  <a:srgbClr val="8190A0"/>
                </a:solidFill>
              </a:defRPr>
            </a:pPr>
            <a:r>
              <a:rPr sz="788" b="0">
                <a:solidFill>
                  <a:srgbClr val="8190A0"/>
                </a:solidFill>
              </a:rPr>
              <a:t>初步检索来源：A2UI v0.9；CN110795071A；US20240248731A1；US20180239497A1；Android App Widgets；Apple WidgetKit；US9733916B2。正式申请前仍需全球检索。</a:t>
            </a:r>
          </a:p>
        </p:txBody>
      </p:sp>
    </p:spTree>
    <p:extLst>
      <p:ext uri="{BB962C8B-B14F-4D97-AF65-F5344CB8AC3E}">
        <p14:creationId xmlns:p14="http://schemas.microsoft.com/office/powerpoint/2010/main" val="875584811"/>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8D4239F-AF77-4A49-97D8-A6856DED4BC9}"/>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一、背景与现有技术</a:t>
            </a:r>
          </a:p>
        </p:txBody>
      </p:sp>
      <p:sp>
        <p:nvSpPr>
          <p:cNvPr id="2" name="title-5">
            <a:extLst xmlns:a="http://schemas.openxmlformats.org/drawingml/2006/main">
              <a:ext uri="{FF2B5EF4-FFF2-40B4-BE49-F238E27FC236}">
                <a16:creationId xmlns:a16="http://schemas.microsoft.com/office/drawing/2014/main" id="{7666E343-A21F-481D-9D90-E7B1E592356C}"/>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最接近方案仍缺少“契约执行—消息构造—状态注入”</a:t>
            </a:r>
          </a:p>
        </p:txBody>
      </p:sp>
      <p:sp>
        <p:nvSpPr>
          <p:cNvPr id="3" name="">
            <a:extLst xmlns:a="http://schemas.openxmlformats.org/drawingml/2006/main">
              <a:ext uri="{FF2B5EF4-FFF2-40B4-BE49-F238E27FC236}">
                <a16:creationId xmlns:a16="http://schemas.microsoft.com/office/drawing/2014/main" id="{66E9B89A-148B-4DA8-A362-F2C0907756DD}"/>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64044380-00AC-46D8-9211-4BF271481965}"/>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05</a:t>
            </a:r>
          </a:p>
        </p:txBody>
      </p:sp>
      <p:sp>
        <p:nvSpPr>
          <p:cNvPr id="5" name="">
            <a:extLst xmlns:a="http://schemas.openxmlformats.org/drawingml/2006/main">
              <a:ext uri="{FF2B5EF4-FFF2-40B4-BE49-F238E27FC236}">
                <a16:creationId xmlns:a16="http://schemas.microsoft.com/office/drawing/2014/main" id="{F6C7CDE4-4152-4A99-AA76-42815EBB820A}"/>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26CC757B-C789-4A91-BAB9-E771FC7B3638}"/>
              </a:ext>
            </a:extLst>
          </p:cNvPr>
          <p:cNvSpPr>
            <a:spLocks xmlns:a="http://schemas.openxmlformats.org/drawingml/2006/main" noGrp="1"/>
          </p:cNvSpPr>
          <p:nvPr/>
        </p:nvSpPr>
        <p:spPr>
          <a:xfrm xmlns:a="http://schemas.openxmlformats.org/drawingml/2006/main">
            <a:off x="685800" y="15049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26273"/>
                </a:solidFill>
              </a:defRPr>
            </a:pPr>
            <a:r>
              <a:rPr sz="1500" b="1">
                <a:solidFill>
                  <a:srgbClr val="526273"/>
                </a:solidFill>
              </a:rPr>
              <a:t>现有机制</a:t>
            </a:r>
          </a:p>
        </p:txBody>
      </p:sp>
      <p:sp>
        <p:nvSpPr>
          <p:cNvPr id="7" name="">
            <a:extLst xmlns:a="http://schemas.openxmlformats.org/drawingml/2006/main">
              <a:ext uri="{FF2B5EF4-FFF2-40B4-BE49-F238E27FC236}">
                <a16:creationId xmlns:a16="http://schemas.microsoft.com/office/drawing/2014/main" id="{1B4BC4D7-D91D-4286-97D7-1F3517863189}"/>
              </a:ext>
            </a:extLst>
          </p:cNvPr>
          <p:cNvSpPr>
            <a:spLocks xmlns:a="http://schemas.openxmlformats.org/drawingml/2006/main" noGrp="1"/>
          </p:cNvSpPr>
          <p:nvPr/>
        </p:nvSpPr>
        <p:spPr>
          <a:xfrm xmlns:a="http://schemas.openxmlformats.org/drawingml/2006/main">
            <a:off x="5791200" y="15049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F6FEB"/>
                </a:solidFill>
              </a:defRPr>
            </a:pPr>
            <a:r>
              <a:rPr sz="1500" b="1">
                <a:solidFill>
                  <a:srgbClr val="1F6FEB"/>
                </a:solidFill>
              </a:rPr>
              <a:t>本 idea 增加的关键技术链</a:t>
            </a:r>
          </a:p>
        </p:txBody>
      </p:sp>
      <p:sp>
        <p:nvSpPr>
          <p:cNvPr id="8" name="">
            <a:extLst xmlns:a="http://schemas.openxmlformats.org/drawingml/2006/main">
              <a:ext uri="{FF2B5EF4-FFF2-40B4-BE49-F238E27FC236}">
                <a16:creationId xmlns:a16="http://schemas.microsoft.com/office/drawing/2014/main" id="{EBA91111-BC5F-4B8F-A737-EE99B2C48972}"/>
              </a:ext>
            </a:extLst>
          </p:cNvPr>
          <p:cNvSpPr>
            <a:spLocks xmlns:a="http://schemas.openxmlformats.org/drawingml/2006/main" noGrp="1"/>
          </p:cNvSpPr>
          <p:nvPr/>
        </p:nvSpPr>
        <p:spPr>
          <a:xfrm xmlns:a="http://schemas.openxmlformats.org/drawingml/2006/main">
            <a:off x="685800" y="1952625"/>
            <a:ext cx="41910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CEBDF5ED-67B3-4CC7-A898-4DCC76A0E0D4}"/>
              </a:ext>
            </a:extLst>
          </p:cNvPr>
          <p:cNvSpPr>
            <a:spLocks xmlns:a="http://schemas.openxmlformats.org/drawingml/2006/main" noGrp="1"/>
          </p:cNvSpPr>
          <p:nvPr/>
        </p:nvSpPr>
        <p:spPr>
          <a:xfrm xmlns:a="http://schemas.openxmlformats.org/drawingml/2006/main">
            <a:off x="914400" y="206692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A2UI DataModel / updateDataModel</a:t>
            </a:r>
          </a:p>
        </p:txBody>
      </p:sp>
      <p:sp>
        <p:nvSpPr>
          <p:cNvPr id="10" name="">
            <a:extLst xmlns:a="http://schemas.openxmlformats.org/drawingml/2006/main">
              <a:ext uri="{FF2B5EF4-FFF2-40B4-BE49-F238E27FC236}">
                <a16:creationId xmlns:a16="http://schemas.microsoft.com/office/drawing/2014/main" id="{ED1EE26D-A538-4894-B23E-5FDCCA0C1ADE}"/>
              </a:ext>
            </a:extLst>
          </p:cNvPr>
          <p:cNvSpPr>
            <a:spLocks xmlns:a="http://schemas.openxmlformats.org/drawingml/2006/main" noGrp="1"/>
          </p:cNvSpPr>
          <p:nvPr/>
        </p:nvSpPr>
        <p:spPr>
          <a:xfrm xmlns:a="http://schemas.openxmlformats.org/drawingml/2006/main">
            <a:off x="914400" y="2352675"/>
            <a:ext cx="3714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状态容器与写入指令</a:t>
            </a:r>
          </a:p>
        </p:txBody>
      </p:sp>
      <p:sp>
        <p:nvSpPr>
          <p:cNvPr id="11" name="">
            <a:extLst xmlns:a="http://schemas.openxmlformats.org/drawingml/2006/main">
              <a:ext uri="{FF2B5EF4-FFF2-40B4-BE49-F238E27FC236}">
                <a16:creationId xmlns:a16="http://schemas.microsoft.com/office/drawing/2014/main" id="{2A1FD243-D87A-4FEB-B1AA-7633D17FDE10}"/>
              </a:ext>
            </a:extLst>
          </p:cNvPr>
          <p:cNvSpPr>
            <a:spLocks xmlns:a="http://schemas.openxmlformats.org/drawingml/2006/main" noGrp="1"/>
          </p:cNvSpPr>
          <p:nvPr/>
        </p:nvSpPr>
        <p:spPr>
          <a:xfrm xmlns:a="http://schemas.openxmlformats.org/drawingml/2006/main">
            <a:off x="5029200" y="21240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12" name="">
            <a:extLst xmlns:a="http://schemas.openxmlformats.org/drawingml/2006/main">
              <a:ext uri="{FF2B5EF4-FFF2-40B4-BE49-F238E27FC236}">
                <a16:creationId xmlns:a16="http://schemas.microsoft.com/office/drawing/2014/main" id="{8DCA7974-D65F-41ED-B1E7-4B45711EA2AE}"/>
              </a:ext>
            </a:extLst>
          </p:cNvPr>
          <p:cNvSpPr>
            <a:spLocks xmlns:a="http://schemas.openxmlformats.org/drawingml/2006/main" noGrp="1"/>
          </p:cNvSpPr>
          <p:nvPr/>
        </p:nvSpPr>
        <p:spPr>
          <a:xfrm xmlns:a="http://schemas.openxmlformats.org/drawingml/2006/main">
            <a:off x="5791200" y="1952625"/>
            <a:ext cx="5715000" cy="742950"/>
          </a:xfrm>
          <a:prstGeom xmlns:a="http://schemas.openxmlformats.org/drawingml/2006/main" prst="roundRect">
            <a:avLst>
              <a:gd name="adj" fmla="val 15385"/>
            </a:avLst>
          </a:prstGeom>
          <a:solidFill xmlns:a="http://schemas.openxmlformats.org/drawingml/2006/main">
            <a:srgbClr val="FFF0E3"/>
          </a:solidFill>
          <a:ln xmlns:a="http://schemas.openxmlformats.org/drawingml/2006/main" w="9525">
            <a:solidFill>
              <a:srgbClr val="F6C79C"/>
            </a:solidFill>
            <a:prstDash val="solid"/>
          </a:ln>
        </p:spPr>
      </p:sp>
      <p:sp>
        <p:nvSpPr>
          <p:cNvPr id="13" name="">
            <a:extLst xmlns:a="http://schemas.openxmlformats.org/drawingml/2006/main">
              <a:ext uri="{FF2B5EF4-FFF2-40B4-BE49-F238E27FC236}">
                <a16:creationId xmlns:a16="http://schemas.microsoft.com/office/drawing/2014/main" id="{C13DBCEB-80B7-4A94-ABBC-0DB4CCC385E2}"/>
              </a:ext>
            </a:extLst>
          </p:cNvPr>
          <p:cNvSpPr>
            <a:spLocks xmlns:a="http://schemas.openxmlformats.org/drawingml/2006/main" noGrp="1"/>
          </p:cNvSpPr>
          <p:nvPr/>
        </p:nvSpPr>
        <p:spPr>
          <a:xfrm xmlns:a="http://schemas.openxmlformats.org/drawingml/2006/main">
            <a:off x="6038850" y="2105025"/>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E9842B"/>
                </a:solidFill>
              </a:defRPr>
            </a:pPr>
            <a:r>
              <a:rPr sz="1313" b="1">
                <a:solidFill>
                  <a:srgbClr val="E9842B"/>
                </a:solidFill>
              </a:rPr>
              <a:t>独立执行契约持续产生合规 value 与目标 path</a:t>
            </a:r>
          </a:p>
        </p:txBody>
      </p:sp>
      <p:sp>
        <p:nvSpPr>
          <p:cNvPr id="14" name="">
            <a:extLst xmlns:a="http://schemas.openxmlformats.org/drawingml/2006/main">
              <a:ext uri="{FF2B5EF4-FFF2-40B4-BE49-F238E27FC236}">
                <a16:creationId xmlns:a16="http://schemas.microsoft.com/office/drawing/2014/main" id="{6162E8E2-3B23-4460-ACF4-87DC3070F4FF}"/>
              </a:ext>
            </a:extLst>
          </p:cNvPr>
          <p:cNvSpPr>
            <a:spLocks xmlns:a="http://schemas.openxmlformats.org/drawingml/2006/main" noGrp="1"/>
          </p:cNvSpPr>
          <p:nvPr/>
        </p:nvSpPr>
        <p:spPr>
          <a:xfrm xmlns:a="http://schemas.openxmlformats.org/drawingml/2006/main">
            <a:off x="685800" y="2914650"/>
            <a:ext cx="41910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7F85CBD4-2A8C-49E7-B263-A25B617C3EEC}"/>
              </a:ext>
            </a:extLst>
          </p:cNvPr>
          <p:cNvSpPr>
            <a:spLocks xmlns:a="http://schemas.openxmlformats.org/drawingml/2006/main" noGrp="1"/>
          </p:cNvSpPr>
          <p:nvPr/>
        </p:nvSpPr>
        <p:spPr>
          <a:xfrm xmlns:a="http://schemas.openxmlformats.org/drawingml/2006/main">
            <a:off x="914400" y="302895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界面模板 + 数据点绑定</a:t>
            </a:r>
          </a:p>
        </p:txBody>
      </p:sp>
      <p:sp>
        <p:nvSpPr>
          <p:cNvPr id="16" name="">
            <a:extLst xmlns:a="http://schemas.openxmlformats.org/drawingml/2006/main">
              <a:ext uri="{FF2B5EF4-FFF2-40B4-BE49-F238E27FC236}">
                <a16:creationId xmlns:a16="http://schemas.microsoft.com/office/drawing/2014/main" id="{88195131-BB6F-4EA3-A466-2F8DFBFCA69A}"/>
              </a:ext>
            </a:extLst>
          </p:cNvPr>
          <p:cNvSpPr>
            <a:spLocks xmlns:a="http://schemas.openxmlformats.org/drawingml/2006/main" noGrp="1"/>
          </p:cNvSpPr>
          <p:nvPr/>
        </p:nvSpPr>
        <p:spPr>
          <a:xfrm xmlns:a="http://schemas.openxmlformats.org/drawingml/2006/main">
            <a:off x="914400" y="3314700"/>
            <a:ext cx="3714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预先配置的数据源映射</a:t>
            </a:r>
          </a:p>
        </p:txBody>
      </p:sp>
      <p:sp>
        <p:nvSpPr>
          <p:cNvPr id="17" name="">
            <a:extLst xmlns:a="http://schemas.openxmlformats.org/drawingml/2006/main">
              <a:ext uri="{FF2B5EF4-FFF2-40B4-BE49-F238E27FC236}">
                <a16:creationId xmlns:a16="http://schemas.microsoft.com/office/drawing/2014/main" id="{BB7C0C3C-0FA1-4A93-B984-0BE2D77E5C83}"/>
              </a:ext>
            </a:extLst>
          </p:cNvPr>
          <p:cNvSpPr>
            <a:spLocks xmlns:a="http://schemas.openxmlformats.org/drawingml/2006/main" noGrp="1"/>
          </p:cNvSpPr>
          <p:nvPr/>
        </p:nvSpPr>
        <p:spPr>
          <a:xfrm xmlns:a="http://schemas.openxmlformats.org/drawingml/2006/main">
            <a:off x="5029200" y="30861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18" name="">
            <a:extLst xmlns:a="http://schemas.openxmlformats.org/drawingml/2006/main">
              <a:ext uri="{FF2B5EF4-FFF2-40B4-BE49-F238E27FC236}">
                <a16:creationId xmlns:a16="http://schemas.microsoft.com/office/drawing/2014/main" id="{94A5F165-5522-48E7-848F-0ACC0C3BA715}"/>
              </a:ext>
            </a:extLst>
          </p:cNvPr>
          <p:cNvSpPr>
            <a:spLocks xmlns:a="http://schemas.openxmlformats.org/drawingml/2006/main" noGrp="1"/>
          </p:cNvSpPr>
          <p:nvPr/>
        </p:nvSpPr>
        <p:spPr>
          <a:xfrm xmlns:a="http://schemas.openxmlformats.org/drawingml/2006/main">
            <a:off x="5791200" y="2914650"/>
            <a:ext cx="5715000" cy="742950"/>
          </a:xfrm>
          <a:prstGeom xmlns:a="http://schemas.openxmlformats.org/drawingml/2006/main" prst="roundRect">
            <a:avLst>
              <a:gd name="adj" fmla="val 15385"/>
            </a:avLst>
          </a:prstGeom>
          <a:solidFill xmlns:a="http://schemas.openxmlformats.org/drawingml/2006/main">
            <a:srgbClr val="EEF5FF"/>
          </a:solidFill>
          <a:ln xmlns:a="http://schemas.openxmlformats.org/drawingml/2006/main" w="9525">
            <a:solidFill>
              <a:srgbClr val="DCEBFF"/>
            </a:solidFill>
            <a:prstDash val="solid"/>
          </a:ln>
        </p:spPr>
      </p:sp>
      <p:sp>
        <p:nvSpPr>
          <p:cNvPr id="19" name="">
            <a:extLst xmlns:a="http://schemas.openxmlformats.org/drawingml/2006/main">
              <a:ext uri="{FF2B5EF4-FFF2-40B4-BE49-F238E27FC236}">
                <a16:creationId xmlns:a16="http://schemas.microsoft.com/office/drawing/2014/main" id="{4BB1D411-FE79-4E55-A9FD-DBF35CBFDF58}"/>
              </a:ext>
            </a:extLst>
          </p:cNvPr>
          <p:cNvSpPr>
            <a:spLocks xmlns:a="http://schemas.openxmlformats.org/drawingml/2006/main" noGrp="1"/>
          </p:cNvSpPr>
          <p:nvPr/>
        </p:nvSpPr>
        <p:spPr>
          <a:xfrm xmlns:a="http://schemas.openxmlformats.org/drawingml/2006/main">
            <a:off x="6038850" y="306705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0">
                <a:solidFill>
                  <a:srgbClr val="1F6FEB"/>
                </a:solidFill>
              </a:defRPr>
            </a:pPr>
            <a:r>
              <a:rPr sz="1313" b="0">
                <a:solidFill>
                  <a:srgbClr val="1F6FEB"/>
                </a:solidFill>
              </a:rPr>
              <a:t>自然语言需求下先裁决终端能力，再投影并生成界面</a:t>
            </a:r>
          </a:p>
        </p:txBody>
      </p:sp>
      <p:sp>
        <p:nvSpPr>
          <p:cNvPr id="20" name="">
            <a:extLst xmlns:a="http://schemas.openxmlformats.org/drawingml/2006/main">
              <a:ext uri="{FF2B5EF4-FFF2-40B4-BE49-F238E27FC236}">
                <a16:creationId xmlns:a16="http://schemas.microsoft.com/office/drawing/2014/main" id="{54DEC352-2232-4BD1-903A-8C1CDADF80B1}"/>
              </a:ext>
            </a:extLst>
          </p:cNvPr>
          <p:cNvSpPr>
            <a:spLocks xmlns:a="http://schemas.openxmlformats.org/drawingml/2006/main" noGrp="1"/>
          </p:cNvSpPr>
          <p:nvPr/>
        </p:nvSpPr>
        <p:spPr>
          <a:xfrm xmlns:a="http://schemas.openxmlformats.org/drawingml/2006/main">
            <a:off x="685800" y="3876675"/>
            <a:ext cx="41910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D36F0569-6CF6-47CA-BA55-0154AB9F51F9}"/>
              </a:ext>
            </a:extLst>
          </p:cNvPr>
          <p:cNvSpPr>
            <a:spLocks xmlns:a="http://schemas.openxmlformats.org/drawingml/2006/main" noGrp="1"/>
          </p:cNvSpPr>
          <p:nvPr/>
        </p:nvSpPr>
        <p:spPr>
          <a:xfrm xmlns:a="http://schemas.openxmlformats.org/drawingml/2006/main">
            <a:off x="914400" y="39909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传统 Widget Provider</a:t>
            </a:r>
          </a:p>
        </p:txBody>
      </p:sp>
      <p:sp>
        <p:nvSpPr>
          <p:cNvPr id="22" name="">
            <a:extLst xmlns:a="http://schemas.openxmlformats.org/drawingml/2006/main">
              <a:ext uri="{FF2B5EF4-FFF2-40B4-BE49-F238E27FC236}">
                <a16:creationId xmlns:a16="http://schemas.microsoft.com/office/drawing/2014/main" id="{57691530-79A7-4AB4-8A51-A32F45071795}"/>
              </a:ext>
            </a:extLst>
          </p:cNvPr>
          <p:cNvSpPr>
            <a:spLocks xmlns:a="http://schemas.openxmlformats.org/drawingml/2006/main" noGrp="1"/>
          </p:cNvSpPr>
          <p:nvPr/>
        </p:nvSpPr>
        <p:spPr>
          <a:xfrm xmlns:a="http://schemas.openxmlformats.org/drawingml/2006/main">
            <a:off x="914400" y="4276725"/>
            <a:ext cx="3714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开发者预编码刷新逻辑</a:t>
            </a:r>
          </a:p>
        </p:txBody>
      </p:sp>
      <p:sp>
        <p:nvSpPr>
          <p:cNvPr id="23" name="">
            <a:extLst xmlns:a="http://schemas.openxmlformats.org/drawingml/2006/main">
              <a:ext uri="{FF2B5EF4-FFF2-40B4-BE49-F238E27FC236}">
                <a16:creationId xmlns:a16="http://schemas.microsoft.com/office/drawing/2014/main" id="{173B246D-7220-40B9-85ED-27F1360744D3}"/>
              </a:ext>
            </a:extLst>
          </p:cNvPr>
          <p:cNvSpPr>
            <a:spLocks xmlns:a="http://schemas.openxmlformats.org/drawingml/2006/main" noGrp="1"/>
          </p:cNvSpPr>
          <p:nvPr/>
        </p:nvSpPr>
        <p:spPr>
          <a:xfrm xmlns:a="http://schemas.openxmlformats.org/drawingml/2006/main">
            <a:off x="5029200" y="40481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24" name="">
            <a:extLst xmlns:a="http://schemas.openxmlformats.org/drawingml/2006/main">
              <a:ext uri="{FF2B5EF4-FFF2-40B4-BE49-F238E27FC236}">
                <a16:creationId xmlns:a16="http://schemas.microsoft.com/office/drawing/2014/main" id="{B16174F1-7EFE-43A2-BF21-53814297FDA6}"/>
              </a:ext>
            </a:extLst>
          </p:cNvPr>
          <p:cNvSpPr>
            <a:spLocks xmlns:a="http://schemas.openxmlformats.org/drawingml/2006/main" noGrp="1"/>
          </p:cNvSpPr>
          <p:nvPr/>
        </p:nvSpPr>
        <p:spPr>
          <a:xfrm xmlns:a="http://schemas.openxmlformats.org/drawingml/2006/main">
            <a:off x="5791200" y="3876675"/>
            <a:ext cx="5715000" cy="742950"/>
          </a:xfrm>
          <a:prstGeom xmlns:a="http://schemas.openxmlformats.org/drawingml/2006/main" prst="roundRect">
            <a:avLst>
              <a:gd name="adj" fmla="val 15385"/>
            </a:avLst>
          </a:prstGeom>
          <a:solidFill xmlns:a="http://schemas.openxmlformats.org/drawingml/2006/main">
            <a:srgbClr val="EEF5FF"/>
          </a:solidFill>
          <a:ln xmlns:a="http://schemas.openxmlformats.org/drawingml/2006/main" w="9525">
            <a:solidFill>
              <a:srgbClr val="DCEBFF"/>
            </a:solidFill>
            <a:prstDash val="solid"/>
          </a:ln>
        </p:spPr>
      </p:sp>
      <p:sp>
        <p:nvSpPr>
          <p:cNvPr id="25" name="">
            <a:extLst xmlns:a="http://schemas.openxmlformats.org/drawingml/2006/main">
              <a:ext uri="{FF2B5EF4-FFF2-40B4-BE49-F238E27FC236}">
                <a16:creationId xmlns:a16="http://schemas.microsoft.com/office/drawing/2014/main" id="{CCF90716-4C5D-4C73-9C1A-6E9CB85FE4E9}"/>
              </a:ext>
            </a:extLst>
          </p:cNvPr>
          <p:cNvSpPr>
            <a:spLocks xmlns:a="http://schemas.openxmlformats.org/drawingml/2006/main" noGrp="1"/>
          </p:cNvSpPr>
          <p:nvPr/>
        </p:nvSpPr>
        <p:spPr>
          <a:xfrm xmlns:a="http://schemas.openxmlformats.org/drawingml/2006/main">
            <a:off x="6038850" y="4029075"/>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0">
                <a:solidFill>
                  <a:srgbClr val="1F6FEB"/>
                </a:solidFill>
              </a:defRPr>
            </a:pPr>
            <a:r>
              <a:rPr sz="1313" b="0">
                <a:solidFill>
                  <a:srgbClr val="1F6FEB"/>
                </a:solidFill>
              </a:rPr>
              <a:t>生成后由通用端侧运行时解释 CardSpec 并构造原生更新消息</a:t>
            </a:r>
          </a:p>
        </p:txBody>
      </p:sp>
      <p:sp>
        <p:nvSpPr>
          <p:cNvPr id="26" name="">
            <a:extLst xmlns:a="http://schemas.openxmlformats.org/drawingml/2006/main">
              <a:ext uri="{FF2B5EF4-FFF2-40B4-BE49-F238E27FC236}">
                <a16:creationId xmlns:a16="http://schemas.microsoft.com/office/drawing/2014/main" id="{C872CBFA-F0FB-42F6-BE87-93C03E95CEC5}"/>
              </a:ext>
            </a:extLst>
          </p:cNvPr>
          <p:cNvSpPr>
            <a:spLocks xmlns:a="http://schemas.openxmlformats.org/drawingml/2006/main" noGrp="1"/>
          </p:cNvSpPr>
          <p:nvPr/>
        </p:nvSpPr>
        <p:spPr>
          <a:xfrm xmlns:a="http://schemas.openxmlformats.org/drawingml/2006/main">
            <a:off x="685800" y="4838700"/>
            <a:ext cx="41910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996AB061-9ABE-4468-9428-838DEABA563A}"/>
              </a:ext>
            </a:extLst>
          </p:cNvPr>
          <p:cNvSpPr>
            <a:spLocks xmlns:a="http://schemas.openxmlformats.org/drawingml/2006/main" noGrp="1"/>
          </p:cNvSpPr>
          <p:nvPr/>
        </p:nvSpPr>
        <p:spPr>
          <a:xfrm xmlns:a="http://schemas.openxmlformats.org/drawingml/2006/main">
            <a:off x="914400" y="495300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普通 JSON Schema 校验</a:t>
            </a:r>
          </a:p>
        </p:txBody>
      </p:sp>
      <p:sp>
        <p:nvSpPr>
          <p:cNvPr id="28" name="">
            <a:extLst xmlns:a="http://schemas.openxmlformats.org/drawingml/2006/main">
              <a:ext uri="{FF2B5EF4-FFF2-40B4-BE49-F238E27FC236}">
                <a16:creationId xmlns:a16="http://schemas.microsoft.com/office/drawing/2014/main" id="{D50766B7-3D83-427E-9196-0664626EBFE3}"/>
              </a:ext>
            </a:extLst>
          </p:cNvPr>
          <p:cNvSpPr>
            <a:spLocks xmlns:a="http://schemas.openxmlformats.org/drawingml/2006/main" noGrp="1"/>
          </p:cNvSpPr>
          <p:nvPr/>
        </p:nvSpPr>
        <p:spPr>
          <a:xfrm xmlns:a="http://schemas.openxmlformats.org/drawingml/2006/main">
            <a:off x="914400" y="5238750"/>
            <a:ext cx="3714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单对象字段和类型合法</a:t>
            </a:r>
          </a:p>
        </p:txBody>
      </p:sp>
      <p:sp>
        <p:nvSpPr>
          <p:cNvPr id="29" name="">
            <a:extLst xmlns:a="http://schemas.openxmlformats.org/drawingml/2006/main">
              <a:ext uri="{FF2B5EF4-FFF2-40B4-BE49-F238E27FC236}">
                <a16:creationId xmlns:a16="http://schemas.microsoft.com/office/drawing/2014/main" id="{0BC4CFE3-0DEB-400A-9B86-379AD7A52CCB}"/>
              </a:ext>
            </a:extLst>
          </p:cNvPr>
          <p:cNvSpPr>
            <a:spLocks xmlns:a="http://schemas.openxmlformats.org/drawingml/2006/main" noGrp="1"/>
          </p:cNvSpPr>
          <p:nvPr/>
        </p:nvSpPr>
        <p:spPr>
          <a:xfrm xmlns:a="http://schemas.openxmlformats.org/drawingml/2006/main">
            <a:off x="5029200" y="50101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30" name="">
            <a:extLst xmlns:a="http://schemas.openxmlformats.org/drawingml/2006/main">
              <a:ext uri="{FF2B5EF4-FFF2-40B4-BE49-F238E27FC236}">
                <a16:creationId xmlns:a16="http://schemas.microsoft.com/office/drawing/2014/main" id="{064C2F26-D868-4ACF-9DE6-F7C5270E50E5}"/>
              </a:ext>
            </a:extLst>
          </p:cNvPr>
          <p:cNvSpPr>
            <a:spLocks xmlns:a="http://schemas.openxmlformats.org/drawingml/2006/main" noGrp="1"/>
          </p:cNvSpPr>
          <p:nvPr/>
        </p:nvSpPr>
        <p:spPr>
          <a:xfrm xmlns:a="http://schemas.openxmlformats.org/drawingml/2006/main">
            <a:off x="5791200" y="4838700"/>
            <a:ext cx="5715000" cy="742950"/>
          </a:xfrm>
          <a:prstGeom xmlns:a="http://schemas.openxmlformats.org/drawingml/2006/main" prst="roundRect">
            <a:avLst>
              <a:gd name="adj" fmla="val 15385"/>
            </a:avLst>
          </a:prstGeom>
          <a:solidFill xmlns:a="http://schemas.openxmlformats.org/drawingml/2006/main">
            <a:srgbClr val="EEF5FF"/>
          </a:solidFill>
          <a:ln xmlns:a="http://schemas.openxmlformats.org/drawingml/2006/main" w="9525">
            <a:solidFill>
              <a:srgbClr val="DCEBFF"/>
            </a:solidFill>
            <a:prstDash val="solid"/>
          </a:ln>
        </p:spPr>
      </p:sp>
      <p:sp>
        <p:nvSpPr>
          <p:cNvPr id="31" name="">
            <a:extLst xmlns:a="http://schemas.openxmlformats.org/drawingml/2006/main">
              <a:ext uri="{FF2B5EF4-FFF2-40B4-BE49-F238E27FC236}">
                <a16:creationId xmlns:a16="http://schemas.microsoft.com/office/drawing/2014/main" id="{96A9991A-A1D4-4473-A951-E5B1BAEC163F}"/>
              </a:ext>
            </a:extLst>
          </p:cNvPr>
          <p:cNvSpPr>
            <a:spLocks xmlns:a="http://schemas.openxmlformats.org/drawingml/2006/main" noGrp="1"/>
          </p:cNvSpPr>
          <p:nvPr/>
        </p:nvSpPr>
        <p:spPr>
          <a:xfrm xmlns:a="http://schemas.openxmlformats.org/drawingml/2006/main">
            <a:off x="6038850" y="49911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0">
                <a:solidFill>
                  <a:srgbClr val="1F6FEB"/>
                </a:solidFill>
              </a:defRPr>
            </a:pPr>
            <a:r>
              <a:rPr sz="1313" b="0">
                <a:solidFill>
                  <a:srgbClr val="1F6FEB"/>
                </a:solidFill>
              </a:rPr>
              <a:t>证明能力输出—路径—消息—界面消费者的跨协议运行闭环</a:t>
            </a:r>
          </a:p>
        </p:txBody>
      </p:sp>
      <p:sp>
        <p:nvSpPr>
          <p:cNvPr id="32" name="">
            <a:extLst xmlns:a="http://schemas.openxmlformats.org/drawingml/2006/main">
              <a:ext uri="{FF2B5EF4-FFF2-40B4-BE49-F238E27FC236}">
                <a16:creationId xmlns:a16="http://schemas.microsoft.com/office/drawing/2014/main" id="{09FEA731-A0E0-4EB9-811A-7D6849FB0F0A}"/>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oundRect">
            <a:avLst>
              <a:gd name="adj" fmla="val 21053"/>
            </a:avLst>
          </a:prstGeom>
          <a:solidFill xmlns:a="http://schemas.openxmlformats.org/drawingml/2006/main">
            <a:srgbClr val="0B1F33"/>
          </a:solidFill>
          <a:ln xmlns:a="http://schemas.openxmlformats.org/drawingml/2006/main" w="9525">
            <a:solidFill>
              <a:srgbClr val="0B1F33"/>
            </a:solidFill>
            <a:prstDash val="solid"/>
          </a:ln>
        </p:spPr>
      </p:sp>
      <p:sp>
        <p:nvSpPr>
          <p:cNvPr id="33" name="">
            <a:extLst xmlns:a="http://schemas.openxmlformats.org/drawingml/2006/main">
              <a:ext uri="{FF2B5EF4-FFF2-40B4-BE49-F238E27FC236}">
                <a16:creationId xmlns:a16="http://schemas.microsoft.com/office/drawing/2014/main" id="{55191AE0-4558-4F7C-BF21-7BB8A1A1832B}"/>
              </a:ext>
            </a:extLst>
          </p:cNvPr>
          <p:cNvSpPr>
            <a:spLocks xmlns:a="http://schemas.openxmlformats.org/drawingml/2006/main" noGrp="1"/>
          </p:cNvSpPr>
          <p:nvPr/>
        </p:nvSpPr>
        <p:spPr>
          <a:xfrm xmlns:a="http://schemas.openxmlformats.org/drawingml/2006/main">
            <a:off x="933450" y="5981700"/>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本质区别：CardSpec 描述数据生产；updateDataModel 描述本次状态变更；DataModel/UI 消费状态。</a:t>
            </a:r>
          </a:p>
        </p:txBody>
      </p:sp>
    </p:spTree>
    <p:extLst>
      <p:ext uri="{BB962C8B-B14F-4D97-AF65-F5344CB8AC3E}">
        <p14:creationId xmlns:p14="http://schemas.microsoft.com/office/powerpoint/2010/main" val="948144861"/>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DB1CCCC-F743-418D-B4E4-614AFC69622E}"/>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6">
            <a:extLst xmlns:a="http://schemas.openxmlformats.org/drawingml/2006/main">
              <a:ext uri="{FF2B5EF4-FFF2-40B4-BE49-F238E27FC236}">
                <a16:creationId xmlns:a16="http://schemas.microsoft.com/office/drawing/2014/main" id="{E219AC4C-0204-43C6-9A47-5F54FC2A6941}"/>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三层对象各司其职，端侧运行时完成确定性桥接</a:t>
            </a:r>
          </a:p>
        </p:txBody>
      </p:sp>
      <p:sp>
        <p:nvSpPr>
          <p:cNvPr id="3" name="">
            <a:extLst xmlns:a="http://schemas.openxmlformats.org/drawingml/2006/main">
              <a:ext uri="{FF2B5EF4-FFF2-40B4-BE49-F238E27FC236}">
                <a16:creationId xmlns:a16="http://schemas.microsoft.com/office/drawing/2014/main" id="{4EF4B894-1A77-4F96-94BB-5508504236BA}"/>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B1AA2174-9D6F-4252-B5BC-866D27D5A272}"/>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06</a:t>
            </a:r>
          </a:p>
        </p:txBody>
      </p:sp>
      <p:sp>
        <p:nvSpPr>
          <p:cNvPr id="5" name="">
            <a:extLst xmlns:a="http://schemas.openxmlformats.org/drawingml/2006/main">
              <a:ext uri="{FF2B5EF4-FFF2-40B4-BE49-F238E27FC236}">
                <a16:creationId xmlns:a16="http://schemas.microsoft.com/office/drawing/2014/main" id="{246F6073-C0F2-4D00-9680-C028A60A9532}"/>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19DDF36C-59C0-4D9C-997B-58FB17948CBC}"/>
              </a:ext>
            </a:extLst>
          </p:cNvPr>
          <p:cNvSpPr>
            <a:spLocks xmlns:a="http://schemas.openxmlformats.org/drawingml/2006/main" noGrp="1"/>
          </p:cNvSpPr>
          <p:nvPr/>
        </p:nvSpPr>
        <p:spPr>
          <a:xfrm xmlns:a="http://schemas.openxmlformats.org/drawingml/2006/main">
            <a:off x="3390900" y="3048000"/>
            <a:ext cx="9906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7" name="">
            <a:extLst xmlns:a="http://schemas.openxmlformats.org/drawingml/2006/main">
              <a:ext uri="{FF2B5EF4-FFF2-40B4-BE49-F238E27FC236}">
                <a16:creationId xmlns:a16="http://schemas.microsoft.com/office/drawing/2014/main" id="{4E74A21D-209D-4585-9990-CDE43D50B932}"/>
              </a:ext>
            </a:extLst>
          </p:cNvPr>
          <p:cNvSpPr>
            <a:spLocks xmlns:a="http://schemas.openxmlformats.org/drawingml/2006/main" noGrp="1"/>
          </p:cNvSpPr>
          <p:nvPr/>
        </p:nvSpPr>
        <p:spPr>
          <a:xfrm xmlns:a="http://schemas.openxmlformats.org/drawingml/2006/main">
            <a:off x="7810500" y="3048000"/>
            <a:ext cx="990600" cy="2857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8" name="">
            <a:extLst xmlns:a="http://schemas.openxmlformats.org/drawingml/2006/main">
              <a:ext uri="{FF2B5EF4-FFF2-40B4-BE49-F238E27FC236}">
                <a16:creationId xmlns:a16="http://schemas.microsoft.com/office/drawing/2014/main" id="{1FA4D53F-3AEA-4C6F-8B7C-459E77837691}"/>
              </a:ext>
            </a:extLst>
          </p:cNvPr>
          <p:cNvSpPr>
            <a:spLocks xmlns:a="http://schemas.openxmlformats.org/drawingml/2006/main" noGrp="1"/>
          </p:cNvSpPr>
          <p:nvPr/>
        </p:nvSpPr>
        <p:spPr>
          <a:xfrm xmlns:a="http://schemas.openxmlformats.org/drawingml/2006/main">
            <a:off x="3619500" y="2781300"/>
            <a:ext cx="53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E9842B"/>
                </a:solidFill>
              </a:defRPr>
            </a:pPr>
            <a:r>
              <a:rPr sz="2400" b="1">
                <a:solidFill>
                  <a:srgbClr val="E9842B"/>
                </a:solidFill>
              </a:rPr>
              <a:t>→</a:t>
            </a:r>
          </a:p>
        </p:txBody>
      </p:sp>
      <p:sp>
        <p:nvSpPr>
          <p:cNvPr id="9" name="">
            <a:extLst xmlns:a="http://schemas.openxmlformats.org/drawingml/2006/main">
              <a:ext uri="{FF2B5EF4-FFF2-40B4-BE49-F238E27FC236}">
                <a16:creationId xmlns:a16="http://schemas.microsoft.com/office/drawing/2014/main" id="{0A917F8F-A9F5-4E1C-BD21-B9FAEA6BDD51}"/>
              </a:ext>
            </a:extLst>
          </p:cNvPr>
          <p:cNvSpPr>
            <a:spLocks xmlns:a="http://schemas.openxmlformats.org/drawingml/2006/main" noGrp="1"/>
          </p:cNvSpPr>
          <p:nvPr/>
        </p:nvSpPr>
        <p:spPr>
          <a:xfrm xmlns:a="http://schemas.openxmlformats.org/drawingml/2006/main">
            <a:off x="8039100" y="2781300"/>
            <a:ext cx="53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1">
                <a:solidFill>
                  <a:srgbClr val="159E87"/>
                </a:solidFill>
              </a:defRPr>
            </a:pPr>
            <a:r>
              <a:rPr sz="2400" b="1">
                <a:solidFill>
                  <a:srgbClr val="159E87"/>
                </a:solidFill>
              </a:rPr>
              <a:t>→</a:t>
            </a:r>
          </a:p>
        </p:txBody>
      </p:sp>
      <p:sp>
        <p:nvSpPr>
          <p:cNvPr id="10" name="">
            <a:extLst xmlns:a="http://schemas.openxmlformats.org/drawingml/2006/main">
              <a:ext uri="{FF2B5EF4-FFF2-40B4-BE49-F238E27FC236}">
                <a16:creationId xmlns:a16="http://schemas.microsoft.com/office/drawing/2014/main" id="{32B03F4C-8E83-4A5D-A110-852BDF6CE829}"/>
              </a:ext>
            </a:extLst>
          </p:cNvPr>
          <p:cNvSpPr>
            <a:spLocks xmlns:a="http://schemas.openxmlformats.org/drawingml/2006/main" noGrp="1"/>
          </p:cNvSpPr>
          <p:nvPr/>
        </p:nvSpPr>
        <p:spPr>
          <a:xfrm xmlns:a="http://schemas.openxmlformats.org/drawingml/2006/main">
            <a:off x="685800" y="1771650"/>
            <a:ext cx="2705100" cy="3143250"/>
          </a:xfrm>
          <a:prstGeom xmlns:a="http://schemas.openxmlformats.org/drawingml/2006/main" prst="roundRect">
            <a:avLst>
              <a:gd name="adj" fmla="val 4225"/>
            </a:avLst>
          </a:prstGeom>
          <a:solidFill xmlns:a="http://schemas.openxmlformats.org/drawingml/2006/main">
            <a:srgbClr val="EEF5FF"/>
          </a:solidFill>
          <a:ln xmlns:a="http://schemas.openxmlformats.org/drawingml/2006/main" w="9525">
            <a:solidFill>
              <a:srgbClr val="DCEBFF"/>
            </a:solidFill>
            <a:prstDash val="solid"/>
          </a:ln>
        </p:spPr>
      </p:sp>
      <p:sp>
        <p:nvSpPr>
          <p:cNvPr id="11" name="">
            <a:extLst xmlns:a="http://schemas.openxmlformats.org/drawingml/2006/main">
              <a:ext uri="{FF2B5EF4-FFF2-40B4-BE49-F238E27FC236}">
                <a16:creationId xmlns:a16="http://schemas.microsoft.com/office/drawing/2014/main" id="{1B3257E9-05B6-47AC-B6C7-F1DD88BAC3F4}"/>
              </a:ext>
            </a:extLst>
          </p:cNvPr>
          <p:cNvSpPr>
            <a:spLocks xmlns:a="http://schemas.openxmlformats.org/drawingml/2006/main" noGrp="1"/>
          </p:cNvSpPr>
          <p:nvPr/>
        </p:nvSpPr>
        <p:spPr>
          <a:xfrm xmlns:a="http://schemas.openxmlformats.org/drawingml/2006/main">
            <a:off x="895350" y="2000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① 数据生产执行契约</a:t>
            </a:r>
          </a:p>
        </p:txBody>
      </p:sp>
      <p:sp>
        <p:nvSpPr>
          <p:cNvPr id="12" name="">
            <a:extLst xmlns:a="http://schemas.openxmlformats.org/drawingml/2006/main">
              <a:ext uri="{FF2B5EF4-FFF2-40B4-BE49-F238E27FC236}">
                <a16:creationId xmlns:a16="http://schemas.microsoft.com/office/drawing/2014/main" id="{9B4F02EA-591F-4E6F-A05C-18563B875DF6}"/>
              </a:ext>
            </a:extLst>
          </p:cNvPr>
          <p:cNvSpPr>
            <a:spLocks xmlns:a="http://schemas.openxmlformats.org/drawingml/2006/main" noGrp="1"/>
          </p:cNvSpPr>
          <p:nvPr/>
        </p:nvSpPr>
        <p:spPr>
          <a:xfrm xmlns:a="http://schemas.openxmlformats.org/drawingml/2006/main">
            <a:off x="838200" y="238125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0B1F33"/>
                </a:solidFill>
              </a:defRPr>
            </a:pPr>
            <a:r>
              <a:rPr sz="1500" b="1">
                <a:solidFill>
                  <a:srgbClr val="0B1F33"/>
                </a:solidFill>
              </a:rPr>
              <a:t>CardSpec + dataBindings</a:t>
            </a:r>
          </a:p>
        </p:txBody>
      </p:sp>
      <p:sp>
        <p:nvSpPr>
          <p:cNvPr id="13" name="">
            <a:extLst xmlns:a="http://schemas.openxmlformats.org/drawingml/2006/main">
              <a:ext uri="{FF2B5EF4-FFF2-40B4-BE49-F238E27FC236}">
                <a16:creationId xmlns:a16="http://schemas.microsoft.com/office/drawing/2014/main" id="{E5834BAD-C1FA-472D-83A8-C22CA97FE971}"/>
              </a:ext>
            </a:extLst>
          </p:cNvPr>
          <p:cNvSpPr>
            <a:spLocks xmlns:a="http://schemas.openxmlformats.org/drawingml/2006/main" noGrp="1"/>
          </p:cNvSpPr>
          <p:nvPr/>
        </p:nvSpPr>
        <p:spPr>
          <a:xfrm xmlns:a="http://schemas.openxmlformats.org/drawingml/2006/main">
            <a:off x="971550" y="2819400"/>
            <a:ext cx="2133600" cy="952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4" name="">
            <a:extLst xmlns:a="http://schemas.openxmlformats.org/drawingml/2006/main">
              <a:ext uri="{FF2B5EF4-FFF2-40B4-BE49-F238E27FC236}">
                <a16:creationId xmlns:a16="http://schemas.microsoft.com/office/drawing/2014/main" id="{23C86DFE-72C9-44A1-BB1A-53A80F13C6BF}"/>
              </a:ext>
            </a:extLst>
          </p:cNvPr>
          <p:cNvSpPr>
            <a:spLocks xmlns:a="http://schemas.openxmlformats.org/drawingml/2006/main" noGrp="1"/>
          </p:cNvSpPr>
          <p:nvPr/>
        </p:nvSpPr>
        <p:spPr>
          <a:xfrm xmlns:a="http://schemas.openxmlformats.org/drawingml/2006/main">
            <a:off x="952500" y="30861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5" name="">
            <a:extLst xmlns:a="http://schemas.openxmlformats.org/drawingml/2006/main">
              <a:ext uri="{FF2B5EF4-FFF2-40B4-BE49-F238E27FC236}">
                <a16:creationId xmlns:a16="http://schemas.microsoft.com/office/drawing/2014/main" id="{206A8026-647E-4751-A376-445C970F56FD}"/>
              </a:ext>
            </a:extLst>
          </p:cNvPr>
          <p:cNvSpPr>
            <a:spLocks xmlns:a="http://schemas.openxmlformats.org/drawingml/2006/main" noGrp="1"/>
          </p:cNvSpPr>
          <p:nvPr/>
        </p:nvSpPr>
        <p:spPr>
          <a:xfrm xmlns:a="http://schemas.openxmlformats.org/drawingml/2006/main">
            <a:off x="1219200" y="30670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声明端侧能力与调用参数</a:t>
            </a:r>
          </a:p>
        </p:txBody>
      </p:sp>
      <p:sp>
        <p:nvSpPr>
          <p:cNvPr id="16" name="">
            <a:extLst xmlns:a="http://schemas.openxmlformats.org/drawingml/2006/main">
              <a:ext uri="{FF2B5EF4-FFF2-40B4-BE49-F238E27FC236}">
                <a16:creationId xmlns:a16="http://schemas.microsoft.com/office/drawing/2014/main" id="{17986460-8B69-4D6E-AEBF-22F81A9ED2F3}"/>
              </a:ext>
            </a:extLst>
          </p:cNvPr>
          <p:cNvSpPr>
            <a:spLocks xmlns:a="http://schemas.openxmlformats.org/drawingml/2006/main" noGrp="1"/>
          </p:cNvSpPr>
          <p:nvPr/>
        </p:nvSpPr>
        <p:spPr>
          <a:xfrm xmlns:a="http://schemas.openxmlformats.org/drawingml/2006/main">
            <a:off x="952500" y="34861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7" name="">
            <a:extLst xmlns:a="http://schemas.openxmlformats.org/drawingml/2006/main">
              <a:ext uri="{FF2B5EF4-FFF2-40B4-BE49-F238E27FC236}">
                <a16:creationId xmlns:a16="http://schemas.microsoft.com/office/drawing/2014/main" id="{637526F6-E511-4A71-8A63-3558BD965E6E}"/>
              </a:ext>
            </a:extLst>
          </p:cNvPr>
          <p:cNvSpPr>
            <a:spLocks xmlns:a="http://schemas.openxmlformats.org/drawingml/2006/main" noGrp="1"/>
          </p:cNvSpPr>
          <p:nvPr/>
        </p:nvSpPr>
        <p:spPr>
          <a:xfrm xmlns:a="http://schemas.openxmlformats.org/drawingml/2006/main">
            <a:off x="1219200" y="34671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引用能力 output schema</a:t>
            </a:r>
          </a:p>
        </p:txBody>
      </p:sp>
      <p:sp>
        <p:nvSpPr>
          <p:cNvPr id="18" name="">
            <a:extLst xmlns:a="http://schemas.openxmlformats.org/drawingml/2006/main">
              <a:ext uri="{FF2B5EF4-FFF2-40B4-BE49-F238E27FC236}">
                <a16:creationId xmlns:a16="http://schemas.microsoft.com/office/drawing/2014/main" id="{F533E698-A079-4B71-B6E7-CD192EEF21DD}"/>
              </a:ext>
            </a:extLst>
          </p:cNvPr>
          <p:cNvSpPr>
            <a:spLocks xmlns:a="http://schemas.openxmlformats.org/drawingml/2006/main" noGrp="1"/>
          </p:cNvSpPr>
          <p:nvPr/>
        </p:nvSpPr>
        <p:spPr>
          <a:xfrm xmlns:a="http://schemas.openxmlformats.org/drawingml/2006/main">
            <a:off x="952500" y="3886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9" name="">
            <a:extLst xmlns:a="http://schemas.openxmlformats.org/drawingml/2006/main">
              <a:ext uri="{FF2B5EF4-FFF2-40B4-BE49-F238E27FC236}">
                <a16:creationId xmlns:a16="http://schemas.microsoft.com/office/drawing/2014/main" id="{80F18591-001B-435C-A33B-FF48907B84E9}"/>
              </a:ext>
            </a:extLst>
          </p:cNvPr>
          <p:cNvSpPr>
            <a:spLocks xmlns:a="http://schemas.openxmlformats.org/drawingml/2006/main" noGrp="1"/>
          </p:cNvSpPr>
          <p:nvPr/>
        </p:nvSpPr>
        <p:spPr>
          <a:xfrm xmlns:a="http://schemas.openxmlformats.org/drawingml/2006/main">
            <a:off x="1219200" y="38671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指定 DataModel 目标路径</a:t>
            </a:r>
          </a:p>
        </p:txBody>
      </p:sp>
      <p:sp>
        <p:nvSpPr>
          <p:cNvPr id="20" name="">
            <a:extLst xmlns:a="http://schemas.openxmlformats.org/drawingml/2006/main">
              <a:ext uri="{FF2B5EF4-FFF2-40B4-BE49-F238E27FC236}">
                <a16:creationId xmlns:a16="http://schemas.microsoft.com/office/drawing/2014/main" id="{8C81A5A5-90BE-4FE4-87F2-5F0ED0C00E5D}"/>
              </a:ext>
            </a:extLst>
          </p:cNvPr>
          <p:cNvSpPr>
            <a:spLocks xmlns:a="http://schemas.openxmlformats.org/drawingml/2006/main" noGrp="1"/>
          </p:cNvSpPr>
          <p:nvPr/>
        </p:nvSpPr>
        <p:spPr>
          <a:xfrm xmlns:a="http://schemas.openxmlformats.org/drawingml/2006/main">
            <a:off x="952500" y="42862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21" name="">
            <a:extLst xmlns:a="http://schemas.openxmlformats.org/drawingml/2006/main">
              <a:ext uri="{FF2B5EF4-FFF2-40B4-BE49-F238E27FC236}">
                <a16:creationId xmlns:a16="http://schemas.microsoft.com/office/drawing/2014/main" id="{0AAD25DD-1217-4EE2-B6CD-5AC403196F05}"/>
              </a:ext>
            </a:extLst>
          </p:cNvPr>
          <p:cNvSpPr>
            <a:spLocks xmlns:a="http://schemas.openxmlformats.org/drawingml/2006/main" noGrp="1"/>
          </p:cNvSpPr>
          <p:nvPr/>
        </p:nvSpPr>
        <p:spPr>
          <a:xfrm xmlns:a="http://schemas.openxmlformats.org/drawingml/2006/main">
            <a:off x="1219200" y="42672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可选刷新、驻留与降级策略</a:t>
            </a:r>
          </a:p>
        </p:txBody>
      </p:sp>
      <p:sp>
        <p:nvSpPr>
          <p:cNvPr id="22" name="">
            <a:extLst xmlns:a="http://schemas.openxmlformats.org/drawingml/2006/main">
              <a:ext uri="{FF2B5EF4-FFF2-40B4-BE49-F238E27FC236}">
                <a16:creationId xmlns:a16="http://schemas.microsoft.com/office/drawing/2014/main" id="{ACB4A52E-784A-4F67-B9B8-5AB4FAD82F06}"/>
              </a:ext>
            </a:extLst>
          </p:cNvPr>
          <p:cNvSpPr>
            <a:spLocks xmlns:a="http://schemas.openxmlformats.org/drawingml/2006/main" noGrp="1"/>
          </p:cNvSpPr>
          <p:nvPr/>
        </p:nvSpPr>
        <p:spPr>
          <a:xfrm xmlns:a="http://schemas.openxmlformats.org/drawingml/2006/main">
            <a:off x="4381500" y="1771650"/>
            <a:ext cx="2705100" cy="3143250"/>
          </a:xfrm>
          <a:prstGeom xmlns:a="http://schemas.openxmlformats.org/drawingml/2006/main" prst="roundRect">
            <a:avLst>
              <a:gd name="adj" fmla="val 4225"/>
            </a:avLst>
          </a:prstGeom>
          <a:solidFill xmlns:a="http://schemas.openxmlformats.org/drawingml/2006/main">
            <a:srgbClr val="FFF0E3"/>
          </a:solidFill>
          <a:ln xmlns:a="http://schemas.openxmlformats.org/drawingml/2006/main" w="9525">
            <a:solidFill>
              <a:srgbClr val="F6C79C"/>
            </a:solidFill>
            <a:prstDash val="solid"/>
          </a:ln>
        </p:spPr>
      </p:sp>
      <p:sp>
        <p:nvSpPr>
          <p:cNvPr id="23" name="">
            <a:extLst xmlns:a="http://schemas.openxmlformats.org/drawingml/2006/main">
              <a:ext uri="{FF2B5EF4-FFF2-40B4-BE49-F238E27FC236}">
                <a16:creationId xmlns:a16="http://schemas.microsoft.com/office/drawing/2014/main" id="{6415CCE8-F19C-4EFA-AAD7-407F60D6DF1D}"/>
              </a:ext>
            </a:extLst>
          </p:cNvPr>
          <p:cNvSpPr>
            <a:spLocks xmlns:a="http://schemas.openxmlformats.org/drawingml/2006/main" noGrp="1"/>
          </p:cNvSpPr>
          <p:nvPr/>
        </p:nvSpPr>
        <p:spPr>
          <a:xfrm xmlns:a="http://schemas.openxmlformats.org/drawingml/2006/main">
            <a:off x="4591050" y="2000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9842B"/>
                </a:solidFill>
              </a:defRPr>
            </a:pPr>
            <a:r>
              <a:rPr sz="1350" b="1">
                <a:solidFill>
                  <a:srgbClr val="E9842B"/>
                </a:solidFill>
              </a:rPr>
              <a:t>② 状态变更指令</a:t>
            </a:r>
          </a:p>
        </p:txBody>
      </p:sp>
      <p:sp>
        <p:nvSpPr>
          <p:cNvPr id="24" name="">
            <a:extLst xmlns:a="http://schemas.openxmlformats.org/drawingml/2006/main">
              <a:ext uri="{FF2B5EF4-FFF2-40B4-BE49-F238E27FC236}">
                <a16:creationId xmlns:a16="http://schemas.microsoft.com/office/drawing/2014/main" id="{2B0742BA-BFBF-4957-99AE-F737BF59A73E}"/>
              </a:ext>
            </a:extLst>
          </p:cNvPr>
          <p:cNvSpPr>
            <a:spLocks xmlns:a="http://schemas.openxmlformats.org/drawingml/2006/main" noGrp="1"/>
          </p:cNvSpPr>
          <p:nvPr/>
        </p:nvSpPr>
        <p:spPr>
          <a:xfrm xmlns:a="http://schemas.openxmlformats.org/drawingml/2006/main">
            <a:off x="4533900" y="238125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B1F33"/>
                </a:solidFill>
              </a:defRPr>
            </a:pPr>
            <a:r>
              <a:rPr sz="1800" b="1">
                <a:solidFill>
                  <a:srgbClr val="0B1F33"/>
                </a:solidFill>
              </a:rPr>
              <a:t>updateDataModel</a:t>
            </a:r>
          </a:p>
        </p:txBody>
      </p:sp>
      <p:sp>
        <p:nvSpPr>
          <p:cNvPr id="25" name="">
            <a:extLst xmlns:a="http://schemas.openxmlformats.org/drawingml/2006/main">
              <a:ext uri="{FF2B5EF4-FFF2-40B4-BE49-F238E27FC236}">
                <a16:creationId xmlns:a16="http://schemas.microsoft.com/office/drawing/2014/main" id="{470711E7-6A16-4DA0-8550-BC7B818BFF12}"/>
              </a:ext>
            </a:extLst>
          </p:cNvPr>
          <p:cNvSpPr>
            <a:spLocks xmlns:a="http://schemas.openxmlformats.org/drawingml/2006/main" noGrp="1"/>
          </p:cNvSpPr>
          <p:nvPr/>
        </p:nvSpPr>
        <p:spPr>
          <a:xfrm xmlns:a="http://schemas.openxmlformats.org/drawingml/2006/main">
            <a:off x="4667250" y="2819400"/>
            <a:ext cx="2133600" cy="952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26" name="">
            <a:extLst xmlns:a="http://schemas.openxmlformats.org/drawingml/2006/main">
              <a:ext uri="{FF2B5EF4-FFF2-40B4-BE49-F238E27FC236}">
                <a16:creationId xmlns:a16="http://schemas.microsoft.com/office/drawing/2014/main" id="{A9A69B84-E851-48FA-9845-C3BCD998E335}"/>
              </a:ext>
            </a:extLst>
          </p:cNvPr>
          <p:cNvSpPr>
            <a:spLocks xmlns:a="http://schemas.openxmlformats.org/drawingml/2006/main" noGrp="1"/>
          </p:cNvSpPr>
          <p:nvPr/>
        </p:nvSpPr>
        <p:spPr>
          <a:xfrm xmlns:a="http://schemas.openxmlformats.org/drawingml/2006/main">
            <a:off x="4648200" y="30861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27" name="">
            <a:extLst xmlns:a="http://schemas.openxmlformats.org/drawingml/2006/main">
              <a:ext uri="{FF2B5EF4-FFF2-40B4-BE49-F238E27FC236}">
                <a16:creationId xmlns:a16="http://schemas.microsoft.com/office/drawing/2014/main" id="{04AD4A8C-062A-4DF5-9F10-592578BFCDD0}"/>
              </a:ext>
            </a:extLst>
          </p:cNvPr>
          <p:cNvSpPr>
            <a:spLocks xmlns:a="http://schemas.openxmlformats.org/drawingml/2006/main" noGrp="1"/>
          </p:cNvSpPr>
          <p:nvPr/>
        </p:nvSpPr>
        <p:spPr>
          <a:xfrm xmlns:a="http://schemas.openxmlformats.org/drawingml/2006/main">
            <a:off x="4914900" y="30670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承载本次 Surface</a:t>
            </a:r>
          </a:p>
        </p:txBody>
      </p:sp>
      <p:sp>
        <p:nvSpPr>
          <p:cNvPr id="28" name="">
            <a:extLst xmlns:a="http://schemas.openxmlformats.org/drawingml/2006/main">
              <a:ext uri="{FF2B5EF4-FFF2-40B4-BE49-F238E27FC236}">
                <a16:creationId xmlns:a16="http://schemas.microsoft.com/office/drawing/2014/main" id="{86993B74-F7C4-4A58-8C3A-2CC018B4B9EF}"/>
              </a:ext>
            </a:extLst>
          </p:cNvPr>
          <p:cNvSpPr>
            <a:spLocks xmlns:a="http://schemas.openxmlformats.org/drawingml/2006/main" noGrp="1"/>
          </p:cNvSpPr>
          <p:nvPr/>
        </p:nvSpPr>
        <p:spPr>
          <a:xfrm xmlns:a="http://schemas.openxmlformats.org/drawingml/2006/main">
            <a:off x="4648200" y="34861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29" name="">
            <a:extLst xmlns:a="http://schemas.openxmlformats.org/drawingml/2006/main">
              <a:ext uri="{FF2B5EF4-FFF2-40B4-BE49-F238E27FC236}">
                <a16:creationId xmlns:a16="http://schemas.microsoft.com/office/drawing/2014/main" id="{D8F99BA9-7564-487E-BBD1-62043BEB393A}"/>
              </a:ext>
            </a:extLst>
          </p:cNvPr>
          <p:cNvSpPr>
            <a:spLocks xmlns:a="http://schemas.openxmlformats.org/drawingml/2006/main" noGrp="1"/>
          </p:cNvSpPr>
          <p:nvPr/>
        </p:nvSpPr>
        <p:spPr>
          <a:xfrm xmlns:a="http://schemas.openxmlformats.org/drawingml/2006/main">
            <a:off x="4914900" y="34671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承载本次 path</a:t>
            </a:r>
          </a:p>
        </p:txBody>
      </p:sp>
      <p:sp>
        <p:nvSpPr>
          <p:cNvPr id="30" name="">
            <a:extLst xmlns:a="http://schemas.openxmlformats.org/drawingml/2006/main">
              <a:ext uri="{FF2B5EF4-FFF2-40B4-BE49-F238E27FC236}">
                <a16:creationId xmlns:a16="http://schemas.microsoft.com/office/drawing/2014/main" id="{3343DAB1-CA48-4ED0-8D24-983F25957113}"/>
              </a:ext>
            </a:extLst>
          </p:cNvPr>
          <p:cNvSpPr>
            <a:spLocks xmlns:a="http://schemas.openxmlformats.org/drawingml/2006/main" noGrp="1"/>
          </p:cNvSpPr>
          <p:nvPr/>
        </p:nvSpPr>
        <p:spPr>
          <a:xfrm xmlns:a="http://schemas.openxmlformats.org/drawingml/2006/main">
            <a:off x="4648200" y="3886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31" name="">
            <a:extLst xmlns:a="http://schemas.openxmlformats.org/drawingml/2006/main">
              <a:ext uri="{FF2B5EF4-FFF2-40B4-BE49-F238E27FC236}">
                <a16:creationId xmlns:a16="http://schemas.microsoft.com/office/drawing/2014/main" id="{A171A8C7-2A1E-4FDE-995C-D915013464C7}"/>
              </a:ext>
            </a:extLst>
          </p:cNvPr>
          <p:cNvSpPr>
            <a:spLocks xmlns:a="http://schemas.openxmlformats.org/drawingml/2006/main" noGrp="1"/>
          </p:cNvSpPr>
          <p:nvPr/>
        </p:nvSpPr>
        <p:spPr>
          <a:xfrm xmlns:a="http://schemas.openxmlformats.org/drawingml/2006/main">
            <a:off x="4914900" y="38671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承载本次真实 value</a:t>
            </a:r>
          </a:p>
        </p:txBody>
      </p:sp>
      <p:sp>
        <p:nvSpPr>
          <p:cNvPr id="32" name="">
            <a:extLst xmlns:a="http://schemas.openxmlformats.org/drawingml/2006/main">
              <a:ext uri="{FF2B5EF4-FFF2-40B4-BE49-F238E27FC236}">
                <a16:creationId xmlns:a16="http://schemas.microsoft.com/office/drawing/2014/main" id="{4C22109A-C4C1-4B04-9693-815DADE93487}"/>
              </a:ext>
            </a:extLst>
          </p:cNvPr>
          <p:cNvSpPr>
            <a:spLocks xmlns:a="http://schemas.openxmlformats.org/drawingml/2006/main" noGrp="1"/>
          </p:cNvSpPr>
          <p:nvPr/>
        </p:nvSpPr>
        <p:spPr>
          <a:xfrm xmlns:a="http://schemas.openxmlformats.org/drawingml/2006/main">
            <a:off x="4648200" y="42862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33" name="">
            <a:extLst xmlns:a="http://schemas.openxmlformats.org/drawingml/2006/main">
              <a:ext uri="{FF2B5EF4-FFF2-40B4-BE49-F238E27FC236}">
                <a16:creationId xmlns:a16="http://schemas.microsoft.com/office/drawing/2014/main" id="{0A16F9D9-617F-4997-99E1-9A59FED402D4}"/>
              </a:ext>
            </a:extLst>
          </p:cNvPr>
          <p:cNvSpPr>
            <a:spLocks xmlns:a="http://schemas.openxmlformats.org/drawingml/2006/main" noGrp="1"/>
          </p:cNvSpPr>
          <p:nvPr/>
        </p:nvSpPr>
        <p:spPr>
          <a:xfrm xmlns:a="http://schemas.openxmlformats.org/drawingml/2006/main">
            <a:off x="4914900" y="42672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由端侧根据契约自动构造</a:t>
            </a:r>
          </a:p>
        </p:txBody>
      </p:sp>
      <p:sp>
        <p:nvSpPr>
          <p:cNvPr id="34" name="">
            <a:extLst xmlns:a="http://schemas.openxmlformats.org/drawingml/2006/main">
              <a:ext uri="{FF2B5EF4-FFF2-40B4-BE49-F238E27FC236}">
                <a16:creationId xmlns:a16="http://schemas.microsoft.com/office/drawing/2014/main" id="{655772F6-B5A2-4564-9FBF-9C9367F7C86C}"/>
              </a:ext>
            </a:extLst>
          </p:cNvPr>
          <p:cNvSpPr>
            <a:spLocks xmlns:a="http://schemas.openxmlformats.org/drawingml/2006/main" noGrp="1"/>
          </p:cNvSpPr>
          <p:nvPr/>
        </p:nvSpPr>
        <p:spPr>
          <a:xfrm xmlns:a="http://schemas.openxmlformats.org/drawingml/2006/main">
            <a:off x="8801100" y="1771650"/>
            <a:ext cx="2705100" cy="3143250"/>
          </a:xfrm>
          <a:prstGeom xmlns:a="http://schemas.openxmlformats.org/drawingml/2006/main" prst="roundRect">
            <a:avLst>
              <a:gd name="adj" fmla="val 4225"/>
            </a:avLst>
          </a:prstGeom>
          <a:solidFill xmlns:a="http://schemas.openxmlformats.org/drawingml/2006/main">
            <a:srgbClr val="DDF5F0"/>
          </a:solidFill>
          <a:ln xmlns:a="http://schemas.openxmlformats.org/drawingml/2006/main" w="9525">
            <a:solidFill>
              <a:srgbClr val="9FDACF"/>
            </a:solidFill>
            <a:prstDash val="solid"/>
          </a:ln>
        </p:spPr>
      </p:sp>
      <p:sp>
        <p:nvSpPr>
          <p:cNvPr id="35" name="">
            <a:extLst xmlns:a="http://schemas.openxmlformats.org/drawingml/2006/main">
              <a:ext uri="{FF2B5EF4-FFF2-40B4-BE49-F238E27FC236}">
                <a16:creationId xmlns:a16="http://schemas.microsoft.com/office/drawing/2014/main" id="{80E2420E-109C-4AC8-98A8-2BB50AD9C621}"/>
              </a:ext>
            </a:extLst>
          </p:cNvPr>
          <p:cNvSpPr>
            <a:spLocks xmlns:a="http://schemas.openxmlformats.org/drawingml/2006/main" noGrp="1"/>
          </p:cNvSpPr>
          <p:nvPr/>
        </p:nvSpPr>
        <p:spPr>
          <a:xfrm xmlns:a="http://schemas.openxmlformats.org/drawingml/2006/main">
            <a:off x="9010650" y="2000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59E87"/>
                </a:solidFill>
              </a:defRPr>
            </a:pPr>
            <a:r>
              <a:rPr sz="1350" b="1">
                <a:solidFill>
                  <a:srgbClr val="159E87"/>
                </a:solidFill>
              </a:rPr>
              <a:t>③ 状态容器与消费</a:t>
            </a:r>
          </a:p>
        </p:txBody>
      </p:sp>
      <p:sp>
        <p:nvSpPr>
          <p:cNvPr id="36" name="">
            <a:extLst xmlns:a="http://schemas.openxmlformats.org/drawingml/2006/main">
              <a:ext uri="{FF2B5EF4-FFF2-40B4-BE49-F238E27FC236}">
                <a16:creationId xmlns:a16="http://schemas.microsoft.com/office/drawing/2014/main" id="{AD1E5BAE-85A6-42C6-9F39-E7E5D9560DEA}"/>
              </a:ext>
            </a:extLst>
          </p:cNvPr>
          <p:cNvSpPr>
            <a:spLocks xmlns:a="http://schemas.openxmlformats.org/drawingml/2006/main" noGrp="1"/>
          </p:cNvSpPr>
          <p:nvPr/>
        </p:nvSpPr>
        <p:spPr>
          <a:xfrm xmlns:a="http://schemas.openxmlformats.org/drawingml/2006/main">
            <a:off x="8953500" y="238125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B1F33"/>
                </a:solidFill>
              </a:defRPr>
            </a:pPr>
            <a:r>
              <a:rPr sz="1800" b="1">
                <a:solidFill>
                  <a:srgbClr val="0B1F33"/>
                </a:solidFill>
              </a:rPr>
              <a:t>DataModel → UI</a:t>
            </a:r>
          </a:p>
        </p:txBody>
      </p:sp>
      <p:sp>
        <p:nvSpPr>
          <p:cNvPr id="37" name="">
            <a:extLst xmlns:a="http://schemas.openxmlformats.org/drawingml/2006/main">
              <a:ext uri="{FF2B5EF4-FFF2-40B4-BE49-F238E27FC236}">
                <a16:creationId xmlns:a16="http://schemas.microsoft.com/office/drawing/2014/main" id="{609EAED1-366C-4CA0-B176-FC3625E6D4EA}"/>
              </a:ext>
            </a:extLst>
          </p:cNvPr>
          <p:cNvSpPr>
            <a:spLocks xmlns:a="http://schemas.openxmlformats.org/drawingml/2006/main" noGrp="1"/>
          </p:cNvSpPr>
          <p:nvPr/>
        </p:nvSpPr>
        <p:spPr>
          <a:xfrm xmlns:a="http://schemas.openxmlformats.org/drawingml/2006/main">
            <a:off x="9086850" y="2819400"/>
            <a:ext cx="2133600" cy="9525"/>
          </a:xfrm>
          <a:prstGeom xmlns:a="http://schemas.openxmlformats.org/drawingml/2006/main" prst="rect">
            <a:avLst/>
          </a:prstGeom>
          <a:solidFill xmlns:a="http://schemas.openxmlformats.org/drawingml/2006/main">
            <a:srgbClr val="9FDACF"/>
          </a:solidFill>
          <a:ln xmlns:a="http://schemas.openxmlformats.org/drawingml/2006/main" w="0">
            <a:solidFill>
              <a:srgbClr val="9FDACF"/>
            </a:solidFill>
            <a:prstDash val="solid"/>
          </a:ln>
        </p:spPr>
      </p:sp>
      <p:sp>
        <p:nvSpPr>
          <p:cNvPr id="38" name="">
            <a:extLst xmlns:a="http://schemas.openxmlformats.org/drawingml/2006/main">
              <a:ext uri="{FF2B5EF4-FFF2-40B4-BE49-F238E27FC236}">
                <a16:creationId xmlns:a16="http://schemas.microsoft.com/office/drawing/2014/main" id="{F49D0EE7-0256-4385-85C3-84D1A9EF812B}"/>
              </a:ext>
            </a:extLst>
          </p:cNvPr>
          <p:cNvSpPr>
            <a:spLocks xmlns:a="http://schemas.openxmlformats.org/drawingml/2006/main" noGrp="1"/>
          </p:cNvSpPr>
          <p:nvPr/>
        </p:nvSpPr>
        <p:spPr>
          <a:xfrm xmlns:a="http://schemas.openxmlformats.org/drawingml/2006/main">
            <a:off x="9067800" y="30861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39" name="">
            <a:extLst xmlns:a="http://schemas.openxmlformats.org/drawingml/2006/main">
              <a:ext uri="{FF2B5EF4-FFF2-40B4-BE49-F238E27FC236}">
                <a16:creationId xmlns:a16="http://schemas.microsoft.com/office/drawing/2014/main" id="{F38A437C-67A3-429A-8443-25FD5326C28F}"/>
              </a:ext>
            </a:extLst>
          </p:cNvPr>
          <p:cNvSpPr>
            <a:spLocks xmlns:a="http://schemas.openxmlformats.org/drawingml/2006/main" noGrp="1"/>
          </p:cNvSpPr>
          <p:nvPr/>
        </p:nvSpPr>
        <p:spPr>
          <a:xfrm xmlns:a="http://schemas.openxmlformats.org/drawingml/2006/main">
            <a:off x="9334500" y="30670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保存更新后的运行状态</a:t>
            </a:r>
          </a:p>
        </p:txBody>
      </p:sp>
      <p:sp>
        <p:nvSpPr>
          <p:cNvPr id="40" name="">
            <a:extLst xmlns:a="http://schemas.openxmlformats.org/drawingml/2006/main">
              <a:ext uri="{FF2B5EF4-FFF2-40B4-BE49-F238E27FC236}">
                <a16:creationId xmlns:a16="http://schemas.microsoft.com/office/drawing/2014/main" id="{2683B612-C772-489C-B53F-BC03839E54E2}"/>
              </a:ext>
            </a:extLst>
          </p:cNvPr>
          <p:cNvSpPr>
            <a:spLocks xmlns:a="http://schemas.openxmlformats.org/drawingml/2006/main" noGrp="1"/>
          </p:cNvSpPr>
          <p:nvPr/>
        </p:nvSpPr>
        <p:spPr>
          <a:xfrm xmlns:a="http://schemas.openxmlformats.org/drawingml/2006/main">
            <a:off x="9067800" y="34861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41" name="">
            <a:extLst xmlns:a="http://schemas.openxmlformats.org/drawingml/2006/main">
              <a:ext uri="{FF2B5EF4-FFF2-40B4-BE49-F238E27FC236}">
                <a16:creationId xmlns:a16="http://schemas.microsoft.com/office/drawing/2014/main" id="{9973881D-B0A5-4753-B753-217AB60BE2F1}"/>
              </a:ext>
            </a:extLst>
          </p:cNvPr>
          <p:cNvSpPr>
            <a:spLocks xmlns:a="http://schemas.openxmlformats.org/drawingml/2006/main" noGrp="1"/>
          </p:cNvSpPr>
          <p:nvPr/>
        </p:nvSpPr>
        <p:spPr>
          <a:xfrm xmlns:a="http://schemas.openxmlformats.org/drawingml/2006/main">
            <a:off x="9334500" y="34671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组件绑定消费相应路径</a:t>
            </a:r>
          </a:p>
        </p:txBody>
      </p:sp>
      <p:sp>
        <p:nvSpPr>
          <p:cNvPr id="42" name="">
            <a:extLst xmlns:a="http://schemas.openxmlformats.org/drawingml/2006/main">
              <a:ext uri="{FF2B5EF4-FFF2-40B4-BE49-F238E27FC236}">
                <a16:creationId xmlns:a16="http://schemas.microsoft.com/office/drawing/2014/main" id="{4A413C2E-2BCE-4B5E-9BFE-E9FEFA14922B}"/>
              </a:ext>
            </a:extLst>
          </p:cNvPr>
          <p:cNvSpPr>
            <a:spLocks xmlns:a="http://schemas.openxmlformats.org/drawingml/2006/main" noGrp="1"/>
          </p:cNvSpPr>
          <p:nvPr/>
        </p:nvSpPr>
        <p:spPr>
          <a:xfrm xmlns:a="http://schemas.openxmlformats.org/drawingml/2006/main">
            <a:off x="9067800" y="3886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43" name="">
            <a:extLst xmlns:a="http://schemas.openxmlformats.org/drawingml/2006/main">
              <a:ext uri="{FF2B5EF4-FFF2-40B4-BE49-F238E27FC236}">
                <a16:creationId xmlns:a16="http://schemas.microsoft.com/office/drawing/2014/main" id="{70EC2E99-91DB-4D21-9227-F000E4B7E79C}"/>
              </a:ext>
            </a:extLst>
          </p:cNvPr>
          <p:cNvSpPr>
            <a:spLocks xmlns:a="http://schemas.openxmlformats.org/drawingml/2006/main" noGrp="1"/>
          </p:cNvSpPr>
          <p:nvPr/>
        </p:nvSpPr>
        <p:spPr>
          <a:xfrm xmlns:a="http://schemas.openxmlformats.org/drawingml/2006/main">
            <a:off x="9334500" y="38671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状态变化触发响应式渲染</a:t>
            </a:r>
          </a:p>
        </p:txBody>
      </p:sp>
      <p:sp>
        <p:nvSpPr>
          <p:cNvPr id="44" name="">
            <a:extLst xmlns:a="http://schemas.openxmlformats.org/drawingml/2006/main">
              <a:ext uri="{FF2B5EF4-FFF2-40B4-BE49-F238E27FC236}">
                <a16:creationId xmlns:a16="http://schemas.microsoft.com/office/drawing/2014/main" id="{593A8B05-BAA0-4B61-B413-470569D9C8CC}"/>
              </a:ext>
            </a:extLst>
          </p:cNvPr>
          <p:cNvSpPr>
            <a:spLocks xmlns:a="http://schemas.openxmlformats.org/drawingml/2006/main" noGrp="1"/>
          </p:cNvSpPr>
          <p:nvPr/>
        </p:nvSpPr>
        <p:spPr>
          <a:xfrm xmlns:a="http://schemas.openxmlformats.org/drawingml/2006/main">
            <a:off x="9067800" y="42862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45" name="">
            <a:extLst xmlns:a="http://schemas.openxmlformats.org/drawingml/2006/main">
              <a:ext uri="{FF2B5EF4-FFF2-40B4-BE49-F238E27FC236}">
                <a16:creationId xmlns:a16="http://schemas.microsoft.com/office/drawing/2014/main" id="{07189CAF-9DE1-4B03-8BBA-D17671A2AA23}"/>
              </a:ext>
            </a:extLst>
          </p:cNvPr>
          <p:cNvSpPr>
            <a:spLocks xmlns:a="http://schemas.openxmlformats.org/drawingml/2006/main" noGrp="1"/>
          </p:cNvSpPr>
          <p:nvPr/>
        </p:nvSpPr>
        <p:spPr>
          <a:xfrm xmlns:a="http://schemas.openxmlformats.org/drawingml/2006/main">
            <a:off x="9334500" y="42672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无需重新生成组件树</a:t>
            </a:r>
          </a:p>
        </p:txBody>
      </p:sp>
      <p:sp>
        <p:nvSpPr>
          <p:cNvPr id="46" name="">
            <a:extLst xmlns:a="http://schemas.openxmlformats.org/drawingml/2006/main">
              <a:ext uri="{FF2B5EF4-FFF2-40B4-BE49-F238E27FC236}">
                <a16:creationId xmlns:a16="http://schemas.microsoft.com/office/drawing/2014/main" id="{2BCFD95B-EF4F-4C95-80A3-4F3EF396807B}"/>
              </a:ext>
            </a:extLst>
          </p:cNvPr>
          <p:cNvSpPr>
            <a:spLocks xmlns:a="http://schemas.openxmlformats.org/drawingml/2006/main" noGrp="1"/>
          </p:cNvSpPr>
          <p:nvPr/>
        </p:nvSpPr>
        <p:spPr>
          <a:xfrm xmlns:a="http://schemas.openxmlformats.org/drawingml/2006/main">
            <a:off x="685800" y="5238750"/>
            <a:ext cx="108204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6DEE8"/>
            </a:solidFill>
            <a:prstDash val="solid"/>
          </a:ln>
        </p:spPr>
      </p:sp>
      <p:sp>
        <p:nvSpPr>
          <p:cNvPr id="47" name="">
            <a:extLst xmlns:a="http://schemas.openxmlformats.org/drawingml/2006/main">
              <a:ext uri="{FF2B5EF4-FFF2-40B4-BE49-F238E27FC236}">
                <a16:creationId xmlns:a16="http://schemas.microsoft.com/office/drawing/2014/main" id="{E8361860-6C74-4CB7-8048-9B69F265093A}"/>
              </a:ext>
            </a:extLst>
          </p:cNvPr>
          <p:cNvSpPr>
            <a:spLocks xmlns:a="http://schemas.openxmlformats.org/drawingml/2006/main" noGrp="1"/>
          </p:cNvSpPr>
          <p:nvPr/>
        </p:nvSpPr>
        <p:spPr>
          <a:xfrm xmlns:a="http://schemas.openxmlformats.org/drawingml/2006/main">
            <a:off x="914400" y="5410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关键保护关系</a:t>
            </a:r>
          </a:p>
        </p:txBody>
      </p:sp>
      <p:sp>
        <p:nvSpPr>
          <p:cNvPr id="48" name="">
            <a:extLst xmlns:a="http://schemas.openxmlformats.org/drawingml/2006/main">
              <a:ext uri="{FF2B5EF4-FFF2-40B4-BE49-F238E27FC236}">
                <a16:creationId xmlns:a16="http://schemas.microsoft.com/office/drawing/2014/main" id="{40688B0E-7432-450F-B839-2F9BBA9BDF64}"/>
              </a:ext>
            </a:extLst>
          </p:cNvPr>
          <p:cNvSpPr>
            <a:spLocks xmlns:a="http://schemas.openxmlformats.org/drawingml/2006/main" noGrp="1"/>
          </p:cNvSpPr>
          <p:nvPr/>
        </p:nvSpPr>
        <p:spPr>
          <a:xfrm xmlns:a="http://schemas.openxmlformats.org/drawingml/2006/main">
            <a:off x="2381250" y="5410200"/>
            <a:ext cx="876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6FEB"/>
                </a:solidFill>
              </a:defRPr>
            </a:pPr>
            <a:r>
              <a:rPr sz="1350" b="1">
                <a:solidFill>
                  <a:srgbClr val="1F6FEB"/>
                </a:solidFill>
              </a:rPr>
              <a:t>不是三者分别存在，而是数据执行契约能够被终端解释执行，并确定性地产生后续协议原生更新消息。</a:t>
            </a:r>
          </a:p>
        </p:txBody>
      </p:sp>
      <p:sp>
        <p:nvSpPr>
          <p:cNvPr id="49" name="">
            <a:extLst xmlns:a="http://schemas.openxmlformats.org/drawingml/2006/main">
              <a:ext uri="{FF2B5EF4-FFF2-40B4-BE49-F238E27FC236}">
                <a16:creationId xmlns:a16="http://schemas.microsoft.com/office/drawing/2014/main" id="{9CD9BB2D-FE00-47CA-BE6A-256CD53D3F12}"/>
              </a:ext>
            </a:extLst>
          </p:cNvPr>
          <p:cNvSpPr>
            <a:spLocks xmlns:a="http://schemas.openxmlformats.org/drawingml/2006/main" noGrp="1"/>
          </p:cNvSpPr>
          <p:nvPr/>
        </p:nvSpPr>
        <p:spPr>
          <a:xfrm xmlns:a="http://schemas.openxmlformats.org/drawingml/2006/main">
            <a:off x="2381250" y="57150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消息的 value 受 output schema 约束，path 受 CardSpec 约束，最终由 DataModel 与组件绑定消费。</a:t>
            </a:r>
          </a:p>
        </p:txBody>
      </p:sp>
    </p:spTree>
    <p:extLst>
      <p:ext uri="{BB962C8B-B14F-4D97-AF65-F5344CB8AC3E}">
        <p14:creationId xmlns:p14="http://schemas.microsoft.com/office/powerpoint/2010/main" val="1727595475"/>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BE55B48-DDF9-4C63-867B-596820E546AC}"/>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7">
            <a:extLst xmlns:a="http://schemas.openxmlformats.org/drawingml/2006/main">
              <a:ext uri="{FF2B5EF4-FFF2-40B4-BE49-F238E27FC236}">
                <a16:creationId xmlns:a16="http://schemas.microsoft.com/office/drawing/2014/main" id="{8FD107DE-9EA0-4E5E-BC1D-5125DBDC9A4E}"/>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dataBinding 字段可确定性编译为 updateDataModel</a:t>
            </a:r>
          </a:p>
        </p:txBody>
      </p:sp>
      <p:sp>
        <p:nvSpPr>
          <p:cNvPr id="3" name="">
            <a:extLst xmlns:a="http://schemas.openxmlformats.org/drawingml/2006/main">
              <a:ext uri="{FF2B5EF4-FFF2-40B4-BE49-F238E27FC236}">
                <a16:creationId xmlns:a16="http://schemas.microsoft.com/office/drawing/2014/main" id="{70DCF23E-0991-441E-81C1-BF9CDF99D5AC}"/>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8F77C78A-FE86-4A37-BA1F-2D08E5E3DF8E}"/>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07</a:t>
            </a:r>
          </a:p>
        </p:txBody>
      </p:sp>
      <p:sp>
        <p:nvSpPr>
          <p:cNvPr id="5" name="">
            <a:extLst xmlns:a="http://schemas.openxmlformats.org/drawingml/2006/main">
              <a:ext uri="{FF2B5EF4-FFF2-40B4-BE49-F238E27FC236}">
                <a16:creationId xmlns:a16="http://schemas.microsoft.com/office/drawing/2014/main" id="{0D764EBB-C887-43D3-9541-912DA7654D19}"/>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691B0BAA-7EDB-45C1-92E6-249F93038762}"/>
              </a:ext>
            </a:extLst>
          </p:cNvPr>
          <p:cNvSpPr>
            <a:spLocks xmlns:a="http://schemas.openxmlformats.org/drawingml/2006/main" noGrp="1"/>
          </p:cNvSpPr>
          <p:nvPr/>
        </p:nvSpPr>
        <p:spPr>
          <a:xfrm xmlns:a="http://schemas.openxmlformats.org/drawingml/2006/main">
            <a:off x="685800" y="1524000"/>
            <a:ext cx="4095750" cy="3619500"/>
          </a:xfrm>
          <a:prstGeom xmlns:a="http://schemas.openxmlformats.org/drawingml/2006/main" prst="roundRect">
            <a:avLst>
              <a:gd name="adj" fmla="val 3158"/>
            </a:avLst>
          </a:prstGeom>
          <a:solidFill xmlns:a="http://schemas.openxmlformats.org/drawingml/2006/main">
            <a:srgbClr val="EEF5FF"/>
          </a:solidFill>
          <a:ln xmlns:a="http://schemas.openxmlformats.org/drawingml/2006/main" w="9525">
            <a:solidFill>
              <a:srgbClr val="DCEBFF"/>
            </a:solidFill>
            <a:prstDash val="solid"/>
          </a:ln>
        </p:spPr>
      </p:sp>
      <p:sp>
        <p:nvSpPr>
          <p:cNvPr id="7" name="">
            <a:extLst xmlns:a="http://schemas.openxmlformats.org/drawingml/2006/main">
              <a:ext uri="{FF2B5EF4-FFF2-40B4-BE49-F238E27FC236}">
                <a16:creationId xmlns:a16="http://schemas.microsoft.com/office/drawing/2014/main" id="{49DD882F-8BFE-4213-9789-2A086939DDC4}"/>
              </a:ext>
            </a:extLst>
          </p:cNvPr>
          <p:cNvSpPr>
            <a:spLocks xmlns:a="http://schemas.openxmlformats.org/drawingml/2006/main" noGrp="1"/>
          </p:cNvSpPr>
          <p:nvPr/>
        </p:nvSpPr>
        <p:spPr>
          <a:xfrm xmlns:a="http://schemas.openxmlformats.org/drawingml/2006/main">
            <a:off x="971550" y="17526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F6FEB"/>
                </a:solidFill>
              </a:defRPr>
            </a:pPr>
            <a:r>
              <a:rPr sz="1800" b="1">
                <a:solidFill>
                  <a:srgbClr val="1F6FEB"/>
                </a:solidFill>
              </a:rPr>
              <a:t>CardSpec 类 dataBinding</a:t>
            </a:r>
          </a:p>
        </p:txBody>
      </p:sp>
      <p:sp>
        <p:nvSpPr>
          <p:cNvPr id="8" name="">
            <a:extLst xmlns:a="http://schemas.openxmlformats.org/drawingml/2006/main">
              <a:ext uri="{FF2B5EF4-FFF2-40B4-BE49-F238E27FC236}">
                <a16:creationId xmlns:a16="http://schemas.microsoft.com/office/drawing/2014/main" id="{8D3FD8EC-7189-4424-A30A-8D9893096302}"/>
              </a:ext>
            </a:extLst>
          </p:cNvPr>
          <p:cNvSpPr>
            <a:spLocks xmlns:a="http://schemas.openxmlformats.org/drawingml/2006/main" noGrp="1"/>
          </p:cNvSpPr>
          <p:nvPr/>
        </p:nvSpPr>
        <p:spPr>
          <a:xfrm xmlns:a="http://schemas.openxmlformats.org/drawingml/2006/main">
            <a:off x="990600" y="23431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能力标识</a:t>
            </a:r>
          </a:p>
        </p:txBody>
      </p:sp>
      <p:sp>
        <p:nvSpPr>
          <p:cNvPr id="9" name="">
            <a:extLst xmlns:a="http://schemas.openxmlformats.org/drawingml/2006/main">
              <a:ext uri="{FF2B5EF4-FFF2-40B4-BE49-F238E27FC236}">
                <a16:creationId xmlns:a16="http://schemas.microsoft.com/office/drawing/2014/main" id="{2BA5557B-E719-4807-9F0A-458170BE2A15}"/>
              </a:ext>
            </a:extLst>
          </p:cNvPr>
          <p:cNvSpPr>
            <a:spLocks xmlns:a="http://schemas.openxmlformats.org/drawingml/2006/main" noGrp="1"/>
          </p:cNvSpPr>
          <p:nvPr/>
        </p:nvSpPr>
        <p:spPr>
          <a:xfrm xmlns:a="http://schemas.openxmlformats.org/drawingml/2006/main">
            <a:off x="2076450" y="2286000"/>
            <a:ext cx="23622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DCEBFF"/>
            </a:solidFill>
            <a:prstDash val="solid"/>
          </a:ln>
        </p:spPr>
      </p:sp>
      <p:sp>
        <p:nvSpPr>
          <p:cNvPr id="10" name="">
            <a:extLst xmlns:a="http://schemas.openxmlformats.org/drawingml/2006/main">
              <a:ext uri="{FF2B5EF4-FFF2-40B4-BE49-F238E27FC236}">
                <a16:creationId xmlns:a16="http://schemas.microsoft.com/office/drawing/2014/main" id="{BBE44679-774C-4D01-9F32-37EAF8DF9153}"/>
              </a:ext>
            </a:extLst>
          </p:cNvPr>
          <p:cNvSpPr>
            <a:spLocks xmlns:a="http://schemas.openxmlformats.org/drawingml/2006/main" noGrp="1"/>
          </p:cNvSpPr>
          <p:nvPr/>
        </p:nvSpPr>
        <p:spPr>
          <a:xfrm xmlns:a="http://schemas.openxmlformats.org/drawingml/2006/main">
            <a:off x="2209800" y="23622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CAPABILITY_X</a:t>
            </a:r>
          </a:p>
        </p:txBody>
      </p:sp>
      <p:sp>
        <p:nvSpPr>
          <p:cNvPr id="11" name="">
            <a:extLst xmlns:a="http://schemas.openxmlformats.org/drawingml/2006/main">
              <a:ext uri="{FF2B5EF4-FFF2-40B4-BE49-F238E27FC236}">
                <a16:creationId xmlns:a16="http://schemas.microsoft.com/office/drawing/2014/main" id="{EF314A14-574F-4A6F-A1AE-9D465AB973AE}"/>
              </a:ext>
            </a:extLst>
          </p:cNvPr>
          <p:cNvSpPr>
            <a:spLocks xmlns:a="http://schemas.openxmlformats.org/drawingml/2006/main" noGrp="1"/>
          </p:cNvSpPr>
          <p:nvPr/>
        </p:nvSpPr>
        <p:spPr>
          <a:xfrm xmlns:a="http://schemas.openxmlformats.org/drawingml/2006/main">
            <a:off x="990600" y="2971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调用参数</a:t>
            </a:r>
          </a:p>
        </p:txBody>
      </p:sp>
      <p:sp>
        <p:nvSpPr>
          <p:cNvPr id="12" name="">
            <a:extLst xmlns:a="http://schemas.openxmlformats.org/drawingml/2006/main">
              <a:ext uri="{FF2B5EF4-FFF2-40B4-BE49-F238E27FC236}">
                <a16:creationId xmlns:a16="http://schemas.microsoft.com/office/drawing/2014/main" id="{5BA781C7-C893-43BC-A713-49D6E8D4B8BA}"/>
              </a:ext>
            </a:extLst>
          </p:cNvPr>
          <p:cNvSpPr>
            <a:spLocks xmlns:a="http://schemas.openxmlformats.org/drawingml/2006/main" noGrp="1"/>
          </p:cNvSpPr>
          <p:nvPr/>
        </p:nvSpPr>
        <p:spPr>
          <a:xfrm xmlns:a="http://schemas.openxmlformats.org/drawingml/2006/main">
            <a:off x="2076450" y="2914650"/>
            <a:ext cx="23622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DCEBFF"/>
            </a:solidFill>
            <a:prstDash val="solid"/>
          </a:ln>
        </p:spPr>
      </p:sp>
      <p:sp>
        <p:nvSpPr>
          <p:cNvPr id="13" name="">
            <a:extLst xmlns:a="http://schemas.openxmlformats.org/drawingml/2006/main">
              <a:ext uri="{FF2B5EF4-FFF2-40B4-BE49-F238E27FC236}">
                <a16:creationId xmlns:a16="http://schemas.microsoft.com/office/drawing/2014/main" id="{A78B0426-A7F6-4CE2-91B7-F9FB7684C1A4}"/>
              </a:ext>
            </a:extLst>
          </p:cNvPr>
          <p:cNvSpPr>
            <a:spLocks xmlns:a="http://schemas.openxmlformats.org/drawingml/2006/main" noGrp="1"/>
          </p:cNvSpPr>
          <p:nvPr/>
        </p:nvSpPr>
        <p:spPr>
          <a:xfrm xmlns:a="http://schemas.openxmlformats.org/drawingml/2006/main">
            <a:off x="2209800" y="29908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ARGUMENTS_X</a:t>
            </a:r>
          </a:p>
        </p:txBody>
      </p:sp>
      <p:sp>
        <p:nvSpPr>
          <p:cNvPr id="14" name="">
            <a:extLst xmlns:a="http://schemas.openxmlformats.org/drawingml/2006/main">
              <a:ext uri="{FF2B5EF4-FFF2-40B4-BE49-F238E27FC236}">
                <a16:creationId xmlns:a16="http://schemas.microsoft.com/office/drawing/2014/main" id="{9B663745-DB24-4B52-92C7-FAA9E46A2F9A}"/>
              </a:ext>
            </a:extLst>
          </p:cNvPr>
          <p:cNvSpPr>
            <a:spLocks xmlns:a="http://schemas.openxmlformats.org/drawingml/2006/main" noGrp="1"/>
          </p:cNvSpPr>
          <p:nvPr/>
        </p:nvSpPr>
        <p:spPr>
          <a:xfrm xmlns:a="http://schemas.openxmlformats.org/drawingml/2006/main">
            <a:off x="990600" y="36004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输出结构</a:t>
            </a:r>
          </a:p>
        </p:txBody>
      </p:sp>
      <p:sp>
        <p:nvSpPr>
          <p:cNvPr id="15" name="">
            <a:extLst xmlns:a="http://schemas.openxmlformats.org/drawingml/2006/main">
              <a:ext uri="{FF2B5EF4-FFF2-40B4-BE49-F238E27FC236}">
                <a16:creationId xmlns:a16="http://schemas.microsoft.com/office/drawing/2014/main" id="{415F7D62-514C-48F3-A648-E80FCE8B1558}"/>
              </a:ext>
            </a:extLst>
          </p:cNvPr>
          <p:cNvSpPr>
            <a:spLocks xmlns:a="http://schemas.openxmlformats.org/drawingml/2006/main" noGrp="1"/>
          </p:cNvSpPr>
          <p:nvPr/>
        </p:nvSpPr>
        <p:spPr>
          <a:xfrm xmlns:a="http://schemas.openxmlformats.org/drawingml/2006/main">
            <a:off x="2076450" y="3543300"/>
            <a:ext cx="23622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DCEBFF"/>
            </a:solidFill>
            <a:prstDash val="solid"/>
          </a:ln>
        </p:spPr>
      </p:sp>
      <p:sp>
        <p:nvSpPr>
          <p:cNvPr id="16" name="">
            <a:extLst xmlns:a="http://schemas.openxmlformats.org/drawingml/2006/main">
              <a:ext uri="{FF2B5EF4-FFF2-40B4-BE49-F238E27FC236}">
                <a16:creationId xmlns:a16="http://schemas.microsoft.com/office/drawing/2014/main" id="{EFEEA596-7B47-4F18-9DED-B8D832A9B4C7}"/>
              </a:ext>
            </a:extLst>
          </p:cNvPr>
          <p:cNvSpPr>
            <a:spLocks xmlns:a="http://schemas.openxmlformats.org/drawingml/2006/main" noGrp="1"/>
          </p:cNvSpPr>
          <p:nvPr/>
        </p:nvSpPr>
        <p:spPr>
          <a:xfrm xmlns:a="http://schemas.openxmlformats.org/drawingml/2006/main">
            <a:off x="2209800" y="36195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OUTPUT_SCHEMA_X</a:t>
            </a:r>
          </a:p>
        </p:txBody>
      </p:sp>
      <p:sp>
        <p:nvSpPr>
          <p:cNvPr id="17" name="">
            <a:extLst xmlns:a="http://schemas.openxmlformats.org/drawingml/2006/main">
              <a:ext uri="{FF2B5EF4-FFF2-40B4-BE49-F238E27FC236}">
                <a16:creationId xmlns:a16="http://schemas.microsoft.com/office/drawing/2014/main" id="{F6C0889E-2675-4547-B39C-C19163CFD695}"/>
              </a:ext>
            </a:extLst>
          </p:cNvPr>
          <p:cNvSpPr>
            <a:spLocks xmlns:a="http://schemas.openxmlformats.org/drawingml/2006/main" noGrp="1"/>
          </p:cNvSpPr>
          <p:nvPr/>
        </p:nvSpPr>
        <p:spPr>
          <a:xfrm xmlns:a="http://schemas.openxmlformats.org/drawingml/2006/main">
            <a:off x="990600" y="42291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目标路径</a:t>
            </a:r>
          </a:p>
        </p:txBody>
      </p:sp>
      <p:sp>
        <p:nvSpPr>
          <p:cNvPr id="18" name="">
            <a:extLst xmlns:a="http://schemas.openxmlformats.org/drawingml/2006/main">
              <a:ext uri="{FF2B5EF4-FFF2-40B4-BE49-F238E27FC236}">
                <a16:creationId xmlns:a16="http://schemas.microsoft.com/office/drawing/2014/main" id="{AA7B7503-1E15-422D-945E-DCAB9F0B5ADC}"/>
              </a:ext>
            </a:extLst>
          </p:cNvPr>
          <p:cNvSpPr>
            <a:spLocks xmlns:a="http://schemas.openxmlformats.org/drawingml/2006/main" noGrp="1"/>
          </p:cNvSpPr>
          <p:nvPr/>
        </p:nvSpPr>
        <p:spPr>
          <a:xfrm xmlns:a="http://schemas.openxmlformats.org/drawingml/2006/main">
            <a:off x="2076450" y="4171950"/>
            <a:ext cx="23622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DCEBFF"/>
            </a:solidFill>
            <a:prstDash val="solid"/>
          </a:ln>
        </p:spPr>
      </p:sp>
      <p:sp>
        <p:nvSpPr>
          <p:cNvPr id="19" name="">
            <a:extLst xmlns:a="http://schemas.openxmlformats.org/drawingml/2006/main">
              <a:ext uri="{FF2B5EF4-FFF2-40B4-BE49-F238E27FC236}">
                <a16:creationId xmlns:a16="http://schemas.microsoft.com/office/drawing/2014/main" id="{F61FACF4-43E9-48C1-9D66-0ADB97641809}"/>
              </a:ext>
            </a:extLst>
          </p:cNvPr>
          <p:cNvSpPr>
            <a:spLocks xmlns:a="http://schemas.openxmlformats.org/drawingml/2006/main" noGrp="1"/>
          </p:cNvSpPr>
          <p:nvPr/>
        </p:nvSpPr>
        <p:spPr>
          <a:xfrm xmlns:a="http://schemas.openxmlformats.org/drawingml/2006/main">
            <a:off x="2209800" y="42481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/data/x</a:t>
            </a:r>
          </a:p>
        </p:txBody>
      </p:sp>
      <p:sp>
        <p:nvSpPr>
          <p:cNvPr id="20" name="">
            <a:extLst xmlns:a="http://schemas.openxmlformats.org/drawingml/2006/main">
              <a:ext uri="{FF2B5EF4-FFF2-40B4-BE49-F238E27FC236}">
                <a16:creationId xmlns:a16="http://schemas.microsoft.com/office/drawing/2014/main" id="{10FFF942-47C8-4F0C-BB8C-C4717DB51F03}"/>
              </a:ext>
            </a:extLst>
          </p:cNvPr>
          <p:cNvSpPr>
            <a:spLocks xmlns:a="http://schemas.openxmlformats.org/drawingml/2006/main" noGrp="1"/>
          </p:cNvSpPr>
          <p:nvPr/>
        </p:nvSpPr>
        <p:spPr>
          <a:xfrm xmlns:a="http://schemas.openxmlformats.org/drawingml/2006/main">
            <a:off x="5067300" y="22669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E9842B"/>
                </a:solidFill>
              </a:defRPr>
            </a:pPr>
            <a:r>
              <a:rPr sz="1275" b="1">
                <a:solidFill>
                  <a:srgbClr val="E9842B"/>
                </a:solidFill>
              </a:rPr>
              <a:t>调用能力并校验结果</a:t>
            </a:r>
          </a:p>
        </p:txBody>
      </p:sp>
      <p:sp>
        <p:nvSpPr>
          <p:cNvPr id="21" name="">
            <a:extLst xmlns:a="http://schemas.openxmlformats.org/drawingml/2006/main">
              <a:ext uri="{FF2B5EF4-FFF2-40B4-BE49-F238E27FC236}">
                <a16:creationId xmlns:a16="http://schemas.microsoft.com/office/drawing/2014/main" id="{C4830965-0F3A-4576-8F82-544A0DF8F2B1}"/>
              </a:ext>
            </a:extLst>
          </p:cNvPr>
          <p:cNvSpPr>
            <a:spLocks xmlns:a="http://schemas.openxmlformats.org/drawingml/2006/main" noGrp="1"/>
          </p:cNvSpPr>
          <p:nvPr/>
        </p:nvSpPr>
        <p:spPr>
          <a:xfrm xmlns:a="http://schemas.openxmlformats.org/drawingml/2006/main">
            <a:off x="5276850" y="2762250"/>
            <a:ext cx="1390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E9842B"/>
                </a:solidFill>
              </a:defRPr>
            </a:pPr>
            <a:r>
              <a:rPr sz="1725" b="1">
                <a:solidFill>
                  <a:srgbClr val="E9842B"/>
                </a:solidFill>
              </a:rPr>
              <a:t>invoke()</a:t>
            </a:r>
          </a:p>
          <a:p xmlns:a="http://schemas.openxmlformats.org/drawingml/2006/main">
            <a:pPr algn="ctr">
              <a:defRPr sz="1725" b="1">
                <a:solidFill>
                  <a:srgbClr val="E9842B"/>
                </a:solidFill>
              </a:defRPr>
            </a:pPr>
            <a:r>
              <a:rPr sz="1725" b="1">
                <a:solidFill>
                  <a:srgbClr val="E9842B"/>
                </a:solidFill>
              </a:rPr>
              <a:t>validate()</a:t>
            </a:r>
          </a:p>
        </p:txBody>
      </p:sp>
      <p:sp>
        <p:nvSpPr>
          <p:cNvPr id="22" name="">
            <a:extLst xmlns:a="http://schemas.openxmlformats.org/drawingml/2006/main">
              <a:ext uri="{FF2B5EF4-FFF2-40B4-BE49-F238E27FC236}">
                <a16:creationId xmlns:a16="http://schemas.microsoft.com/office/drawing/2014/main" id="{E996ACEF-99A5-41AD-93AF-8375C04F6825}"/>
              </a:ext>
            </a:extLst>
          </p:cNvPr>
          <p:cNvSpPr>
            <a:spLocks xmlns:a="http://schemas.openxmlformats.org/drawingml/2006/main" noGrp="1"/>
          </p:cNvSpPr>
          <p:nvPr/>
        </p:nvSpPr>
        <p:spPr>
          <a:xfrm xmlns:a="http://schemas.openxmlformats.org/drawingml/2006/main">
            <a:off x="4857750" y="3048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E9842B"/>
                </a:solidFill>
              </a:defRPr>
            </a:pPr>
            <a:r>
              <a:rPr sz="2250" b="1">
                <a:solidFill>
                  <a:srgbClr val="E9842B"/>
                </a:solidFill>
              </a:rPr>
              <a:t>→</a:t>
            </a:r>
          </a:p>
        </p:txBody>
      </p:sp>
      <p:sp>
        <p:nvSpPr>
          <p:cNvPr id="23" name="">
            <a:extLst xmlns:a="http://schemas.openxmlformats.org/drawingml/2006/main">
              <a:ext uri="{FF2B5EF4-FFF2-40B4-BE49-F238E27FC236}">
                <a16:creationId xmlns:a16="http://schemas.microsoft.com/office/drawing/2014/main" id="{BDE53990-AF67-48FA-943E-EF754BF0D6FE}"/>
              </a:ext>
            </a:extLst>
          </p:cNvPr>
          <p:cNvSpPr>
            <a:spLocks xmlns:a="http://schemas.openxmlformats.org/drawingml/2006/main" noGrp="1"/>
          </p:cNvSpPr>
          <p:nvPr/>
        </p:nvSpPr>
        <p:spPr>
          <a:xfrm xmlns:a="http://schemas.openxmlformats.org/drawingml/2006/main">
            <a:off x="6667500" y="3048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E9842B"/>
                </a:solidFill>
              </a:defRPr>
            </a:pPr>
            <a:r>
              <a:rPr sz="2250" b="1">
                <a:solidFill>
                  <a:srgbClr val="E9842B"/>
                </a:solidFill>
              </a:rPr>
              <a:t>→</a:t>
            </a:r>
          </a:p>
        </p:txBody>
      </p:sp>
      <p:sp>
        <p:nvSpPr>
          <p:cNvPr id="24" name="">
            <a:extLst xmlns:a="http://schemas.openxmlformats.org/drawingml/2006/main">
              <a:ext uri="{FF2B5EF4-FFF2-40B4-BE49-F238E27FC236}">
                <a16:creationId xmlns:a16="http://schemas.microsoft.com/office/drawing/2014/main" id="{1940A7B2-A4C0-454C-A587-D2EE24C4DDC5}"/>
              </a:ext>
            </a:extLst>
          </p:cNvPr>
          <p:cNvSpPr>
            <a:spLocks xmlns:a="http://schemas.openxmlformats.org/drawingml/2006/main" noGrp="1"/>
          </p:cNvSpPr>
          <p:nvPr/>
        </p:nvSpPr>
        <p:spPr>
          <a:xfrm xmlns:a="http://schemas.openxmlformats.org/drawingml/2006/main">
            <a:off x="7067550" y="1524000"/>
            <a:ext cx="4438650" cy="3619500"/>
          </a:xfrm>
          <a:prstGeom xmlns:a="http://schemas.openxmlformats.org/drawingml/2006/main" prst="roundRect">
            <a:avLst>
              <a:gd name="adj" fmla="val 3158"/>
            </a:avLst>
          </a:prstGeom>
          <a:solidFill xmlns:a="http://schemas.openxmlformats.org/drawingml/2006/main">
            <a:srgbClr val="FFF0E3"/>
          </a:solidFill>
          <a:ln xmlns:a="http://schemas.openxmlformats.org/drawingml/2006/main" w="9525">
            <a:solidFill>
              <a:srgbClr val="F6C79C"/>
            </a:solidFill>
            <a:prstDash val="solid"/>
          </a:ln>
        </p:spPr>
      </p:sp>
      <p:sp>
        <p:nvSpPr>
          <p:cNvPr id="25" name="">
            <a:extLst xmlns:a="http://schemas.openxmlformats.org/drawingml/2006/main">
              <a:ext uri="{FF2B5EF4-FFF2-40B4-BE49-F238E27FC236}">
                <a16:creationId xmlns:a16="http://schemas.microsoft.com/office/drawing/2014/main" id="{A7738C5B-4FBC-44C7-8E16-ED4AAF458D37}"/>
              </a:ext>
            </a:extLst>
          </p:cNvPr>
          <p:cNvSpPr>
            <a:spLocks xmlns:a="http://schemas.openxmlformats.org/drawingml/2006/main" noGrp="1"/>
          </p:cNvSpPr>
          <p:nvPr/>
        </p:nvSpPr>
        <p:spPr>
          <a:xfrm xmlns:a="http://schemas.openxmlformats.org/drawingml/2006/main">
            <a:off x="7353300" y="17526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E9842B"/>
                </a:solidFill>
              </a:defRPr>
            </a:pPr>
            <a:r>
              <a:rPr sz="1800" b="1">
                <a:solidFill>
                  <a:srgbClr val="E9842B"/>
                </a:solidFill>
              </a:rPr>
              <a:t>A2UI 原生 updateDataModel</a:t>
            </a:r>
          </a:p>
        </p:txBody>
      </p:sp>
      <p:sp>
        <p:nvSpPr>
          <p:cNvPr id="26" name="">
            <a:extLst xmlns:a="http://schemas.openxmlformats.org/drawingml/2006/main">
              <a:ext uri="{FF2B5EF4-FFF2-40B4-BE49-F238E27FC236}">
                <a16:creationId xmlns:a16="http://schemas.microsoft.com/office/drawing/2014/main" id="{DDC5659B-8B9C-4AEB-B6B6-E32811CFBC33}"/>
              </a:ext>
            </a:extLst>
          </p:cNvPr>
          <p:cNvSpPr>
            <a:spLocks xmlns:a="http://schemas.openxmlformats.org/drawingml/2006/main" noGrp="1"/>
          </p:cNvSpPr>
          <p:nvPr/>
        </p:nvSpPr>
        <p:spPr>
          <a:xfrm xmlns:a="http://schemas.openxmlformats.org/drawingml/2006/main">
            <a:off x="7410450" y="23812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surfaceId</a:t>
            </a:r>
          </a:p>
        </p:txBody>
      </p:sp>
      <p:sp>
        <p:nvSpPr>
          <p:cNvPr id="27" name="">
            <a:extLst xmlns:a="http://schemas.openxmlformats.org/drawingml/2006/main">
              <a:ext uri="{FF2B5EF4-FFF2-40B4-BE49-F238E27FC236}">
                <a16:creationId xmlns:a16="http://schemas.microsoft.com/office/drawing/2014/main" id="{7C305523-0925-4053-B31B-DEFE8027737E}"/>
              </a:ext>
            </a:extLst>
          </p:cNvPr>
          <p:cNvSpPr>
            <a:spLocks xmlns:a="http://schemas.openxmlformats.org/drawingml/2006/main" noGrp="1"/>
          </p:cNvSpPr>
          <p:nvPr/>
        </p:nvSpPr>
        <p:spPr>
          <a:xfrm xmlns:a="http://schemas.openxmlformats.org/drawingml/2006/main">
            <a:off x="8382000" y="2324100"/>
            <a:ext cx="27051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F6C79C"/>
            </a:solidFill>
            <a:prstDash val="solid"/>
          </a:ln>
        </p:spPr>
      </p:sp>
      <p:sp>
        <p:nvSpPr>
          <p:cNvPr id="28" name="">
            <a:extLst xmlns:a="http://schemas.openxmlformats.org/drawingml/2006/main">
              <a:ext uri="{FF2B5EF4-FFF2-40B4-BE49-F238E27FC236}">
                <a16:creationId xmlns:a16="http://schemas.microsoft.com/office/drawing/2014/main" id="{51E57291-8429-49CB-9041-E1F953FD5B0C}"/>
              </a:ext>
            </a:extLst>
          </p:cNvPr>
          <p:cNvSpPr>
            <a:spLocks xmlns:a="http://schemas.openxmlformats.org/drawingml/2006/main" noGrp="1"/>
          </p:cNvSpPr>
          <p:nvPr/>
        </p:nvSpPr>
        <p:spPr>
          <a:xfrm xmlns:a="http://schemas.openxmlformats.org/drawingml/2006/main">
            <a:off x="8534400" y="24003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TARGET_SURFACE</a:t>
            </a:r>
          </a:p>
        </p:txBody>
      </p:sp>
      <p:sp>
        <p:nvSpPr>
          <p:cNvPr id="29" name="">
            <a:extLst xmlns:a="http://schemas.openxmlformats.org/drawingml/2006/main">
              <a:ext uri="{FF2B5EF4-FFF2-40B4-BE49-F238E27FC236}">
                <a16:creationId xmlns:a16="http://schemas.microsoft.com/office/drawing/2014/main" id="{658DC0F2-296F-4CC9-B3C7-4D5CB8A9B6C2}"/>
              </a:ext>
            </a:extLst>
          </p:cNvPr>
          <p:cNvSpPr>
            <a:spLocks xmlns:a="http://schemas.openxmlformats.org/drawingml/2006/main" noGrp="1"/>
          </p:cNvSpPr>
          <p:nvPr/>
        </p:nvSpPr>
        <p:spPr>
          <a:xfrm xmlns:a="http://schemas.openxmlformats.org/drawingml/2006/main">
            <a:off x="8382000" y="27241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a:solidFill>
                  <a:srgbClr val="526273"/>
                </a:solidFill>
              </a:defRPr>
            </a:pPr>
            <a:r>
              <a:rPr sz="1013" b="0">
                <a:solidFill>
                  <a:srgbClr val="526273"/>
                </a:solidFill>
              </a:rPr>
              <a:t>由目标界面实例确定</a:t>
            </a:r>
          </a:p>
        </p:txBody>
      </p:sp>
      <p:sp>
        <p:nvSpPr>
          <p:cNvPr id="30" name="">
            <a:extLst xmlns:a="http://schemas.openxmlformats.org/drawingml/2006/main">
              <a:ext uri="{FF2B5EF4-FFF2-40B4-BE49-F238E27FC236}">
                <a16:creationId xmlns:a16="http://schemas.microsoft.com/office/drawing/2014/main" id="{DDC86B84-D7A4-4079-A4B4-87774FAB776C}"/>
              </a:ext>
            </a:extLst>
          </p:cNvPr>
          <p:cNvSpPr>
            <a:spLocks xmlns:a="http://schemas.openxmlformats.org/drawingml/2006/main" noGrp="1"/>
          </p:cNvSpPr>
          <p:nvPr/>
        </p:nvSpPr>
        <p:spPr>
          <a:xfrm xmlns:a="http://schemas.openxmlformats.org/drawingml/2006/main">
            <a:off x="7410450" y="31623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path</a:t>
            </a:r>
          </a:p>
        </p:txBody>
      </p:sp>
      <p:sp>
        <p:nvSpPr>
          <p:cNvPr id="31" name="">
            <a:extLst xmlns:a="http://schemas.openxmlformats.org/drawingml/2006/main">
              <a:ext uri="{FF2B5EF4-FFF2-40B4-BE49-F238E27FC236}">
                <a16:creationId xmlns:a16="http://schemas.microsoft.com/office/drawing/2014/main" id="{D0DCE316-EC64-4552-8CA1-65236ADE1742}"/>
              </a:ext>
            </a:extLst>
          </p:cNvPr>
          <p:cNvSpPr>
            <a:spLocks xmlns:a="http://schemas.openxmlformats.org/drawingml/2006/main" noGrp="1"/>
          </p:cNvSpPr>
          <p:nvPr/>
        </p:nvSpPr>
        <p:spPr>
          <a:xfrm xmlns:a="http://schemas.openxmlformats.org/drawingml/2006/main">
            <a:off x="8382000" y="3105150"/>
            <a:ext cx="27051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F6C79C"/>
            </a:solidFill>
            <a:prstDash val="solid"/>
          </a:ln>
        </p:spPr>
      </p:sp>
      <p:sp>
        <p:nvSpPr>
          <p:cNvPr id="32" name="">
            <a:extLst xmlns:a="http://schemas.openxmlformats.org/drawingml/2006/main">
              <a:ext uri="{FF2B5EF4-FFF2-40B4-BE49-F238E27FC236}">
                <a16:creationId xmlns:a16="http://schemas.microsoft.com/office/drawing/2014/main" id="{4B3DAC79-353B-48F2-A30E-CF50B0D5AB25}"/>
              </a:ext>
            </a:extLst>
          </p:cNvPr>
          <p:cNvSpPr>
            <a:spLocks xmlns:a="http://schemas.openxmlformats.org/drawingml/2006/main" noGrp="1"/>
          </p:cNvSpPr>
          <p:nvPr/>
        </p:nvSpPr>
        <p:spPr>
          <a:xfrm xmlns:a="http://schemas.openxmlformats.org/drawingml/2006/main">
            <a:off x="8534400" y="3181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/data/x</a:t>
            </a:r>
          </a:p>
        </p:txBody>
      </p:sp>
      <p:sp>
        <p:nvSpPr>
          <p:cNvPr id="33" name="">
            <a:extLst xmlns:a="http://schemas.openxmlformats.org/drawingml/2006/main">
              <a:ext uri="{FF2B5EF4-FFF2-40B4-BE49-F238E27FC236}">
                <a16:creationId xmlns:a16="http://schemas.microsoft.com/office/drawing/2014/main" id="{0051EA01-986F-4593-AEE9-F3C091C9BBD1}"/>
              </a:ext>
            </a:extLst>
          </p:cNvPr>
          <p:cNvSpPr>
            <a:spLocks xmlns:a="http://schemas.openxmlformats.org/drawingml/2006/main" noGrp="1"/>
          </p:cNvSpPr>
          <p:nvPr/>
        </p:nvSpPr>
        <p:spPr>
          <a:xfrm xmlns:a="http://schemas.openxmlformats.org/drawingml/2006/main">
            <a:off x="8382000" y="35052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a:solidFill>
                  <a:srgbClr val="526273"/>
                </a:solidFill>
              </a:defRPr>
            </a:pPr>
            <a:r>
              <a:rPr sz="1013" b="0">
                <a:solidFill>
                  <a:srgbClr val="526273"/>
                </a:solidFill>
              </a:rPr>
              <a:t>由 dataBinding 目标路径确定</a:t>
            </a:r>
          </a:p>
        </p:txBody>
      </p:sp>
      <p:sp>
        <p:nvSpPr>
          <p:cNvPr id="34" name="">
            <a:extLst xmlns:a="http://schemas.openxmlformats.org/drawingml/2006/main">
              <a:ext uri="{FF2B5EF4-FFF2-40B4-BE49-F238E27FC236}">
                <a16:creationId xmlns:a16="http://schemas.microsoft.com/office/drawing/2014/main" id="{BEAB2D58-F9C3-426D-AE4A-850ED8B6479F}"/>
              </a:ext>
            </a:extLst>
          </p:cNvPr>
          <p:cNvSpPr>
            <a:spLocks xmlns:a="http://schemas.openxmlformats.org/drawingml/2006/main" noGrp="1"/>
          </p:cNvSpPr>
          <p:nvPr/>
        </p:nvSpPr>
        <p:spPr>
          <a:xfrm xmlns:a="http://schemas.openxmlformats.org/drawingml/2006/main">
            <a:off x="7410450" y="39433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273"/>
                </a:solidFill>
              </a:defRPr>
            </a:pPr>
            <a:r>
              <a:rPr sz="1200" b="0">
                <a:solidFill>
                  <a:srgbClr val="526273"/>
                </a:solidFill>
              </a:rPr>
              <a:t>value</a:t>
            </a:r>
          </a:p>
        </p:txBody>
      </p:sp>
      <p:sp>
        <p:nvSpPr>
          <p:cNvPr id="35" name="">
            <a:extLst xmlns:a="http://schemas.openxmlformats.org/drawingml/2006/main">
              <a:ext uri="{FF2B5EF4-FFF2-40B4-BE49-F238E27FC236}">
                <a16:creationId xmlns:a16="http://schemas.microsoft.com/office/drawing/2014/main" id="{CABB5F7A-82DA-4626-82A1-0D087EBA0F22}"/>
              </a:ext>
            </a:extLst>
          </p:cNvPr>
          <p:cNvSpPr>
            <a:spLocks xmlns:a="http://schemas.openxmlformats.org/drawingml/2006/main" noGrp="1"/>
          </p:cNvSpPr>
          <p:nvPr/>
        </p:nvSpPr>
        <p:spPr>
          <a:xfrm xmlns:a="http://schemas.openxmlformats.org/drawingml/2006/main">
            <a:off x="8382000" y="3886200"/>
            <a:ext cx="270510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F6C79C"/>
            </a:solidFill>
            <a:prstDash val="solid"/>
          </a:ln>
        </p:spPr>
      </p:sp>
      <p:sp>
        <p:nvSpPr>
          <p:cNvPr id="36" name="">
            <a:extLst xmlns:a="http://schemas.openxmlformats.org/drawingml/2006/main">
              <a:ext uri="{FF2B5EF4-FFF2-40B4-BE49-F238E27FC236}">
                <a16:creationId xmlns:a16="http://schemas.microsoft.com/office/drawing/2014/main" id="{B504C00F-3EB8-4E49-A64C-99734BE5186A}"/>
              </a:ext>
            </a:extLst>
          </p:cNvPr>
          <p:cNvSpPr>
            <a:spLocks xmlns:a="http://schemas.openxmlformats.org/drawingml/2006/main" noGrp="1"/>
          </p:cNvSpPr>
          <p:nvPr/>
        </p:nvSpPr>
        <p:spPr>
          <a:xfrm xmlns:a="http://schemas.openxmlformats.org/drawingml/2006/main">
            <a:off x="8534400" y="39624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0B1F33"/>
                </a:solidFill>
              </a:defRPr>
            </a:pPr>
            <a:r>
              <a:rPr sz="1238" b="1">
                <a:solidFill>
                  <a:srgbClr val="0B1F33"/>
                </a:solidFill>
              </a:rPr>
              <a:t>RESULT_X</a:t>
            </a:r>
          </a:p>
        </p:txBody>
      </p:sp>
      <p:sp>
        <p:nvSpPr>
          <p:cNvPr id="37" name="">
            <a:extLst xmlns:a="http://schemas.openxmlformats.org/drawingml/2006/main">
              <a:ext uri="{FF2B5EF4-FFF2-40B4-BE49-F238E27FC236}">
                <a16:creationId xmlns:a16="http://schemas.microsoft.com/office/drawing/2014/main" id="{1FDA9B3B-51CB-4810-80A7-DFE8DE92E386}"/>
              </a:ext>
            </a:extLst>
          </p:cNvPr>
          <p:cNvSpPr>
            <a:spLocks xmlns:a="http://schemas.openxmlformats.org/drawingml/2006/main" noGrp="1"/>
          </p:cNvSpPr>
          <p:nvPr/>
        </p:nvSpPr>
        <p:spPr>
          <a:xfrm xmlns:a="http://schemas.openxmlformats.org/drawingml/2006/main">
            <a:off x="8382000" y="42862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a:solidFill>
                  <a:srgbClr val="526273"/>
                </a:solidFill>
              </a:defRPr>
            </a:pPr>
            <a:r>
              <a:rPr sz="1013" b="0">
                <a:solidFill>
                  <a:srgbClr val="526273"/>
                </a:solidFill>
              </a:rPr>
              <a:t>通过 output schema 校验</a:t>
            </a:r>
          </a:p>
        </p:txBody>
      </p:sp>
      <p:sp>
        <p:nvSpPr>
          <p:cNvPr id="38" name="">
            <a:extLst xmlns:a="http://schemas.openxmlformats.org/drawingml/2006/main">
              <a:ext uri="{FF2B5EF4-FFF2-40B4-BE49-F238E27FC236}">
                <a16:creationId xmlns:a16="http://schemas.microsoft.com/office/drawing/2014/main" id="{AC3FA322-FC87-4791-BF0D-54CCE6421564}"/>
              </a:ext>
            </a:extLst>
          </p:cNvPr>
          <p:cNvSpPr>
            <a:spLocks xmlns:a="http://schemas.openxmlformats.org/drawingml/2006/main" noGrp="1"/>
          </p:cNvSpPr>
          <p:nvPr/>
        </p:nvSpPr>
        <p:spPr>
          <a:xfrm xmlns:a="http://schemas.openxmlformats.org/drawingml/2006/main">
            <a:off x="685800" y="5429250"/>
            <a:ext cx="10820400" cy="628650"/>
          </a:xfrm>
          <a:prstGeom xmlns:a="http://schemas.openxmlformats.org/drawingml/2006/main" prst="roundRect">
            <a:avLst>
              <a:gd name="adj" fmla="val 18182"/>
            </a:avLst>
          </a:prstGeom>
          <a:solidFill xmlns:a="http://schemas.openxmlformats.org/drawingml/2006/main">
            <a:srgbClr val="0B1F33"/>
          </a:solidFill>
          <a:ln xmlns:a="http://schemas.openxmlformats.org/drawingml/2006/main" w="9525">
            <a:solidFill>
              <a:srgbClr val="0B1F33"/>
            </a:solidFill>
            <a:prstDash val="solid"/>
          </a:ln>
        </p:spPr>
      </p:sp>
      <p:sp>
        <p:nvSpPr>
          <p:cNvPr id="39" name="">
            <a:extLst xmlns:a="http://schemas.openxmlformats.org/drawingml/2006/main">
              <a:ext uri="{FF2B5EF4-FFF2-40B4-BE49-F238E27FC236}">
                <a16:creationId xmlns:a16="http://schemas.microsoft.com/office/drawing/2014/main" id="{06914DD6-BE4C-45C6-BFA3-2250E034A4D3}"/>
              </a:ext>
            </a:extLst>
          </p:cNvPr>
          <p:cNvSpPr>
            <a:spLocks xmlns:a="http://schemas.openxmlformats.org/drawingml/2006/main" noGrp="1"/>
          </p:cNvSpPr>
          <p:nvPr/>
        </p:nvSpPr>
        <p:spPr>
          <a:xfrm xmlns:a="http://schemas.openxmlformats.org/drawingml/2006/main">
            <a:off x="895350" y="5610225"/>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defRPr>
            </a:pPr>
            <a:r>
              <a:rPr sz="1200" b="1">
                <a:solidFill>
                  <a:srgbClr val="FFFFFF"/>
                </a:solidFill>
              </a:rPr>
              <a:t>RESULT_X = invoke(CAPABILITY_X, ARGUMENTS_X)  →  validate(RESULT_X, OUTPUT_SCHEMA_X)  →  updateDataModel(path=/data/x, value=RESULT_X)</a:t>
            </a:r>
          </a:p>
        </p:txBody>
      </p:sp>
    </p:spTree>
    <p:extLst>
      <p:ext uri="{BB962C8B-B14F-4D97-AF65-F5344CB8AC3E}">
        <p14:creationId xmlns:p14="http://schemas.microsoft.com/office/powerpoint/2010/main" val="886540500"/>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2212061-6C5B-4717-8735-D421B217BA68}"/>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8">
            <a:extLst xmlns:a="http://schemas.openxmlformats.org/drawingml/2006/main">
              <a:ext uri="{FF2B5EF4-FFF2-40B4-BE49-F238E27FC236}">
                <a16:creationId xmlns:a16="http://schemas.microsoft.com/office/drawing/2014/main" id="{1086A94E-302E-4B3F-A3C7-A18A042108DE}"/>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系统同时覆盖生成校验域与终端运行域</a:t>
            </a:r>
          </a:p>
        </p:txBody>
      </p:sp>
      <p:sp>
        <p:nvSpPr>
          <p:cNvPr id="3" name="">
            <a:extLst xmlns:a="http://schemas.openxmlformats.org/drawingml/2006/main">
              <a:ext uri="{FF2B5EF4-FFF2-40B4-BE49-F238E27FC236}">
                <a16:creationId xmlns:a16="http://schemas.microsoft.com/office/drawing/2014/main" id="{EB429370-43E5-4CD6-872E-692E36F3A486}"/>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DEEEDE69-A25D-40E0-80A6-5359A3F1E4C1}"/>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08</a:t>
            </a:r>
          </a:p>
        </p:txBody>
      </p:sp>
      <p:sp>
        <p:nvSpPr>
          <p:cNvPr id="5" name="">
            <a:extLst xmlns:a="http://schemas.openxmlformats.org/drawingml/2006/main">
              <a:ext uri="{FF2B5EF4-FFF2-40B4-BE49-F238E27FC236}">
                <a16:creationId xmlns:a16="http://schemas.microsoft.com/office/drawing/2014/main" id="{A81492AC-07A5-4048-A2F0-B9315F42F9E2}"/>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CFBB6418-C948-4A8E-9607-BA677C16615B}"/>
              </a:ext>
            </a:extLst>
          </p:cNvPr>
          <p:cNvSpPr>
            <a:spLocks xmlns:a="http://schemas.openxmlformats.org/drawingml/2006/main" noGrp="1"/>
          </p:cNvSpPr>
          <p:nvPr/>
        </p:nvSpPr>
        <p:spPr>
          <a:xfrm xmlns:a="http://schemas.openxmlformats.org/drawingml/2006/main">
            <a:off x="2286000" y="2324100"/>
            <a:ext cx="7620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7" name="">
            <a:extLst xmlns:a="http://schemas.openxmlformats.org/drawingml/2006/main">
              <a:ext uri="{FF2B5EF4-FFF2-40B4-BE49-F238E27FC236}">
                <a16:creationId xmlns:a16="http://schemas.microsoft.com/office/drawing/2014/main" id="{B8B9BAFD-CCCE-4D47-B29A-3031739161BC}"/>
              </a:ext>
            </a:extLst>
          </p:cNvPr>
          <p:cNvSpPr>
            <a:spLocks xmlns:a="http://schemas.openxmlformats.org/drawingml/2006/main" noGrp="1"/>
          </p:cNvSpPr>
          <p:nvPr/>
        </p:nvSpPr>
        <p:spPr>
          <a:xfrm xmlns:a="http://schemas.openxmlformats.org/drawingml/2006/main">
            <a:off x="4476750" y="2324100"/>
            <a:ext cx="7620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8" name="">
            <a:extLst xmlns:a="http://schemas.openxmlformats.org/drawingml/2006/main">
              <a:ext uri="{FF2B5EF4-FFF2-40B4-BE49-F238E27FC236}">
                <a16:creationId xmlns:a16="http://schemas.microsoft.com/office/drawing/2014/main" id="{BB1FB384-936C-41D3-9565-B6E0DBFAA998}"/>
              </a:ext>
            </a:extLst>
          </p:cNvPr>
          <p:cNvSpPr>
            <a:spLocks xmlns:a="http://schemas.openxmlformats.org/drawingml/2006/main" noGrp="1"/>
          </p:cNvSpPr>
          <p:nvPr/>
        </p:nvSpPr>
        <p:spPr>
          <a:xfrm xmlns:a="http://schemas.openxmlformats.org/drawingml/2006/main">
            <a:off x="6667500" y="2324100"/>
            <a:ext cx="6858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9" name="">
            <a:extLst xmlns:a="http://schemas.openxmlformats.org/drawingml/2006/main">
              <a:ext uri="{FF2B5EF4-FFF2-40B4-BE49-F238E27FC236}">
                <a16:creationId xmlns:a16="http://schemas.microsoft.com/office/drawing/2014/main" id="{71A4B8AF-1540-4746-A1D8-E75A08762125}"/>
              </a:ext>
            </a:extLst>
          </p:cNvPr>
          <p:cNvSpPr>
            <a:spLocks xmlns:a="http://schemas.openxmlformats.org/drawingml/2006/main" noGrp="1"/>
          </p:cNvSpPr>
          <p:nvPr/>
        </p:nvSpPr>
        <p:spPr>
          <a:xfrm xmlns:a="http://schemas.openxmlformats.org/drawingml/2006/main">
            <a:off x="8877300" y="2324100"/>
            <a:ext cx="704850" cy="2857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10" name="">
            <a:extLst xmlns:a="http://schemas.openxmlformats.org/drawingml/2006/main">
              <a:ext uri="{FF2B5EF4-FFF2-40B4-BE49-F238E27FC236}">
                <a16:creationId xmlns:a16="http://schemas.microsoft.com/office/drawing/2014/main" id="{DADDC29C-6985-40A6-A639-090C2E575489}"/>
              </a:ext>
            </a:extLst>
          </p:cNvPr>
          <p:cNvSpPr>
            <a:spLocks xmlns:a="http://schemas.openxmlformats.org/drawingml/2006/main" noGrp="1"/>
          </p:cNvSpPr>
          <p:nvPr/>
        </p:nvSpPr>
        <p:spPr>
          <a:xfrm xmlns:a="http://schemas.openxmlformats.org/drawingml/2006/main">
            <a:off x="2857500" y="4191000"/>
            <a:ext cx="7620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1" name="">
            <a:extLst xmlns:a="http://schemas.openxmlformats.org/drawingml/2006/main">
              <a:ext uri="{FF2B5EF4-FFF2-40B4-BE49-F238E27FC236}">
                <a16:creationId xmlns:a16="http://schemas.microsoft.com/office/drawing/2014/main" id="{C9B6A016-1C7E-456D-849F-893B3FAFB3F6}"/>
              </a:ext>
            </a:extLst>
          </p:cNvPr>
          <p:cNvSpPr>
            <a:spLocks xmlns:a="http://schemas.openxmlformats.org/drawingml/2006/main" noGrp="1"/>
          </p:cNvSpPr>
          <p:nvPr/>
        </p:nvSpPr>
        <p:spPr>
          <a:xfrm xmlns:a="http://schemas.openxmlformats.org/drawingml/2006/main">
            <a:off x="5810250" y="4191000"/>
            <a:ext cx="7620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2" name="">
            <a:extLst xmlns:a="http://schemas.openxmlformats.org/drawingml/2006/main">
              <a:ext uri="{FF2B5EF4-FFF2-40B4-BE49-F238E27FC236}">
                <a16:creationId xmlns:a16="http://schemas.microsoft.com/office/drawing/2014/main" id="{42DDB1CC-97FE-4D47-B4AC-175585F686D7}"/>
              </a:ext>
            </a:extLst>
          </p:cNvPr>
          <p:cNvSpPr>
            <a:spLocks xmlns:a="http://schemas.openxmlformats.org/drawingml/2006/main" noGrp="1"/>
          </p:cNvSpPr>
          <p:nvPr/>
        </p:nvSpPr>
        <p:spPr>
          <a:xfrm xmlns:a="http://schemas.openxmlformats.org/drawingml/2006/main">
            <a:off x="8763000" y="4191000"/>
            <a:ext cx="762000" cy="2857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13" name="">
            <a:extLst xmlns:a="http://schemas.openxmlformats.org/drawingml/2006/main">
              <a:ext uri="{FF2B5EF4-FFF2-40B4-BE49-F238E27FC236}">
                <a16:creationId xmlns:a16="http://schemas.microsoft.com/office/drawing/2014/main" id="{6F2C9080-051D-4B3E-A3C3-1B7BD5435809}"/>
              </a:ext>
            </a:extLst>
          </p:cNvPr>
          <p:cNvSpPr>
            <a:spLocks xmlns:a="http://schemas.openxmlformats.org/drawingml/2006/main" noGrp="1"/>
          </p:cNvSpPr>
          <p:nvPr/>
        </p:nvSpPr>
        <p:spPr>
          <a:xfrm xmlns:a="http://schemas.openxmlformats.org/drawingml/2006/main">
            <a:off x="685800" y="14668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F6FEB"/>
                </a:solidFill>
              </a:defRPr>
            </a:pPr>
            <a:r>
              <a:rPr sz="1500" b="1">
                <a:solidFill>
                  <a:srgbClr val="1F6FEB"/>
                </a:solidFill>
              </a:rPr>
              <a:t>生成与校验域</a:t>
            </a:r>
          </a:p>
        </p:txBody>
      </p:sp>
      <p:sp>
        <p:nvSpPr>
          <p:cNvPr id="14" name="">
            <a:extLst xmlns:a="http://schemas.openxmlformats.org/drawingml/2006/main">
              <a:ext uri="{FF2B5EF4-FFF2-40B4-BE49-F238E27FC236}">
                <a16:creationId xmlns:a16="http://schemas.microsoft.com/office/drawing/2014/main" id="{EF454672-B9E2-4226-B293-CCF8BEF3382A}"/>
              </a:ext>
            </a:extLst>
          </p:cNvPr>
          <p:cNvSpPr>
            <a:spLocks xmlns:a="http://schemas.openxmlformats.org/drawingml/2006/main" noGrp="1"/>
          </p:cNvSpPr>
          <p:nvPr/>
        </p:nvSpPr>
        <p:spPr>
          <a:xfrm xmlns:a="http://schemas.openxmlformats.org/drawingml/2006/main">
            <a:off x="7353300" y="1466850"/>
            <a:ext cx="415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E9842B"/>
                </a:solidFill>
              </a:defRPr>
            </a:pPr>
            <a:r>
              <a:rPr sz="1500" b="1">
                <a:solidFill>
                  <a:srgbClr val="E9842B"/>
                </a:solidFill>
              </a:rPr>
              <a:t>终端运行域</a:t>
            </a:r>
          </a:p>
        </p:txBody>
      </p:sp>
      <p:sp>
        <p:nvSpPr>
          <p:cNvPr id="15" name="">
            <a:extLst xmlns:a="http://schemas.openxmlformats.org/drawingml/2006/main">
              <a:ext uri="{FF2B5EF4-FFF2-40B4-BE49-F238E27FC236}">
                <a16:creationId xmlns:a16="http://schemas.microsoft.com/office/drawing/2014/main" id="{04D1D06F-384B-483A-9284-DE048E9A8AA0}"/>
              </a:ext>
            </a:extLst>
          </p:cNvPr>
          <p:cNvSpPr>
            <a:spLocks xmlns:a="http://schemas.openxmlformats.org/drawingml/2006/main" noGrp="1"/>
          </p:cNvSpPr>
          <p:nvPr/>
        </p:nvSpPr>
        <p:spPr>
          <a:xfrm xmlns:a="http://schemas.openxmlformats.org/drawingml/2006/main">
            <a:off x="685800" y="1885950"/>
            <a:ext cx="1600200" cy="876300"/>
          </a:xfrm>
          <a:prstGeom xmlns:a="http://schemas.openxmlformats.org/drawingml/2006/main" prst="roundRect">
            <a:avLst>
              <a:gd name="adj" fmla="val 13043"/>
            </a:avLst>
          </a:prstGeom>
          <a:solidFill xmlns:a="http://schemas.openxmlformats.org/drawingml/2006/main">
            <a:srgbClr val="EEF5FF"/>
          </a:solidFill>
          <a:ln xmlns:a="http://schemas.openxmlformats.org/drawingml/2006/main" w="9525">
            <a:solidFill>
              <a:srgbClr val="DCEBFF"/>
            </a:solidFill>
            <a:prstDash val="solid"/>
          </a:ln>
        </p:spPr>
      </p:sp>
      <p:sp>
        <p:nvSpPr>
          <p:cNvPr id="16" name="">
            <a:extLst xmlns:a="http://schemas.openxmlformats.org/drawingml/2006/main">
              <a:ext uri="{FF2B5EF4-FFF2-40B4-BE49-F238E27FC236}">
                <a16:creationId xmlns:a16="http://schemas.microsoft.com/office/drawing/2014/main" id="{D38BB575-EFCB-4797-97FE-D045CB04BFA1}"/>
              </a:ext>
            </a:extLst>
          </p:cNvPr>
          <p:cNvSpPr>
            <a:spLocks xmlns:a="http://schemas.openxmlformats.org/drawingml/2006/main" noGrp="1"/>
          </p:cNvSpPr>
          <p:nvPr/>
        </p:nvSpPr>
        <p:spPr>
          <a:xfrm xmlns:a="http://schemas.openxmlformats.org/drawingml/2006/main">
            <a:off x="800100" y="203835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需求解析</a:t>
            </a:r>
          </a:p>
        </p:txBody>
      </p:sp>
      <p:sp>
        <p:nvSpPr>
          <p:cNvPr id="17" name="">
            <a:extLst xmlns:a="http://schemas.openxmlformats.org/drawingml/2006/main">
              <a:ext uri="{FF2B5EF4-FFF2-40B4-BE49-F238E27FC236}">
                <a16:creationId xmlns:a16="http://schemas.microsoft.com/office/drawing/2014/main" id="{9A8EE8AB-DC05-4F98-AAAB-55026F04346B}"/>
              </a:ext>
            </a:extLst>
          </p:cNvPr>
          <p:cNvSpPr>
            <a:spLocks xmlns:a="http://schemas.openxmlformats.org/drawingml/2006/main" noGrp="1"/>
          </p:cNvSpPr>
          <p:nvPr/>
        </p:nvSpPr>
        <p:spPr>
          <a:xfrm xmlns:a="http://schemas.openxmlformats.org/drawingml/2006/main">
            <a:off x="800100" y="2362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526273"/>
                </a:solidFill>
              </a:defRPr>
            </a:pPr>
            <a:r>
              <a:rPr sz="1013" b="0">
                <a:solidFill>
                  <a:srgbClr val="526273"/>
                </a:solidFill>
              </a:rPr>
              <a:t>用户意图与目标尺寸</a:t>
            </a:r>
          </a:p>
        </p:txBody>
      </p:sp>
      <p:sp>
        <p:nvSpPr>
          <p:cNvPr id="18" name="">
            <a:extLst xmlns:a="http://schemas.openxmlformats.org/drawingml/2006/main">
              <a:ext uri="{FF2B5EF4-FFF2-40B4-BE49-F238E27FC236}">
                <a16:creationId xmlns:a16="http://schemas.microsoft.com/office/drawing/2014/main" id="{32E231C9-3F87-4E0D-8A51-C2F499211385}"/>
              </a:ext>
            </a:extLst>
          </p:cNvPr>
          <p:cNvSpPr>
            <a:spLocks xmlns:a="http://schemas.openxmlformats.org/drawingml/2006/main" noGrp="1"/>
          </p:cNvSpPr>
          <p:nvPr/>
        </p:nvSpPr>
        <p:spPr>
          <a:xfrm xmlns:a="http://schemas.openxmlformats.org/drawingml/2006/main">
            <a:off x="3048000" y="1885950"/>
            <a:ext cx="1428750" cy="876300"/>
          </a:xfrm>
          <a:prstGeom xmlns:a="http://schemas.openxmlformats.org/drawingml/2006/main" prst="roundRect">
            <a:avLst>
              <a:gd name="adj" fmla="val 13043"/>
            </a:avLst>
          </a:prstGeom>
          <a:solidFill xmlns:a="http://schemas.openxmlformats.org/drawingml/2006/main">
            <a:srgbClr val="EEF5FF"/>
          </a:solidFill>
          <a:ln xmlns:a="http://schemas.openxmlformats.org/drawingml/2006/main" w="9525">
            <a:solidFill>
              <a:srgbClr val="DCEBFF"/>
            </a:solidFill>
            <a:prstDash val="solid"/>
          </a:ln>
        </p:spPr>
      </p:sp>
      <p:sp>
        <p:nvSpPr>
          <p:cNvPr id="19" name="">
            <a:extLst xmlns:a="http://schemas.openxmlformats.org/drawingml/2006/main">
              <a:ext uri="{FF2B5EF4-FFF2-40B4-BE49-F238E27FC236}">
                <a16:creationId xmlns:a16="http://schemas.microsoft.com/office/drawing/2014/main" id="{30F901D9-3275-4E54-B275-7BAFDA6DFDB3}"/>
              </a:ext>
            </a:extLst>
          </p:cNvPr>
          <p:cNvSpPr>
            <a:spLocks xmlns:a="http://schemas.openxmlformats.org/drawingml/2006/main" noGrp="1"/>
          </p:cNvSpPr>
          <p:nvPr/>
        </p:nvSpPr>
        <p:spPr>
          <a:xfrm xmlns:a="http://schemas.openxmlformats.org/drawingml/2006/main">
            <a:off x="3162300" y="203835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能力约束</a:t>
            </a:r>
          </a:p>
        </p:txBody>
      </p:sp>
      <p:sp>
        <p:nvSpPr>
          <p:cNvPr id="20" name="">
            <a:extLst xmlns:a="http://schemas.openxmlformats.org/drawingml/2006/main">
              <a:ext uri="{FF2B5EF4-FFF2-40B4-BE49-F238E27FC236}">
                <a16:creationId xmlns:a16="http://schemas.microsoft.com/office/drawing/2014/main" id="{DBACFF47-3463-44A0-A3AB-84D7FB611216}"/>
              </a:ext>
            </a:extLst>
          </p:cNvPr>
          <p:cNvSpPr>
            <a:spLocks xmlns:a="http://schemas.openxmlformats.org/drawingml/2006/main" noGrp="1"/>
          </p:cNvSpPr>
          <p:nvPr/>
        </p:nvSpPr>
        <p:spPr>
          <a:xfrm xmlns:a="http://schemas.openxmlformats.org/drawingml/2006/main">
            <a:off x="3162300" y="2362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526273"/>
                </a:solidFill>
              </a:defRPr>
            </a:pPr>
            <a:r>
              <a:rPr sz="1013" b="0">
                <a:solidFill>
                  <a:srgbClr val="526273"/>
                </a:solidFill>
              </a:rPr>
              <a:t>组件、数据与版本</a:t>
            </a:r>
          </a:p>
        </p:txBody>
      </p:sp>
      <p:sp>
        <p:nvSpPr>
          <p:cNvPr id="21" name="">
            <a:extLst xmlns:a="http://schemas.openxmlformats.org/drawingml/2006/main">
              <a:ext uri="{FF2B5EF4-FFF2-40B4-BE49-F238E27FC236}">
                <a16:creationId xmlns:a16="http://schemas.microsoft.com/office/drawing/2014/main" id="{C4A7A4AD-ABE7-46F7-90B0-6A301A25825F}"/>
              </a:ext>
            </a:extLst>
          </p:cNvPr>
          <p:cNvSpPr>
            <a:spLocks xmlns:a="http://schemas.openxmlformats.org/drawingml/2006/main" noGrp="1"/>
          </p:cNvSpPr>
          <p:nvPr/>
        </p:nvSpPr>
        <p:spPr>
          <a:xfrm xmlns:a="http://schemas.openxmlformats.org/drawingml/2006/main">
            <a:off x="5238750" y="1885950"/>
            <a:ext cx="1428750" cy="876300"/>
          </a:xfrm>
          <a:prstGeom xmlns:a="http://schemas.openxmlformats.org/drawingml/2006/main" prst="roundRect">
            <a:avLst>
              <a:gd name="adj" fmla="val 13043"/>
            </a:avLst>
          </a:prstGeom>
          <a:solidFill xmlns:a="http://schemas.openxmlformats.org/drawingml/2006/main">
            <a:srgbClr val="EEF5FF"/>
          </a:solidFill>
          <a:ln xmlns:a="http://schemas.openxmlformats.org/drawingml/2006/main" w="9525">
            <a:solidFill>
              <a:srgbClr val="DCEBFF"/>
            </a:solidFill>
            <a:prstDash val="solid"/>
          </a:ln>
        </p:spPr>
      </p:sp>
      <p:sp>
        <p:nvSpPr>
          <p:cNvPr id="22" name="">
            <a:extLst xmlns:a="http://schemas.openxmlformats.org/drawingml/2006/main">
              <a:ext uri="{FF2B5EF4-FFF2-40B4-BE49-F238E27FC236}">
                <a16:creationId xmlns:a16="http://schemas.microsoft.com/office/drawing/2014/main" id="{F35B5B24-CA9E-4B8D-91DB-AC194A4DD03E}"/>
              </a:ext>
            </a:extLst>
          </p:cNvPr>
          <p:cNvSpPr>
            <a:spLocks xmlns:a="http://schemas.openxmlformats.org/drawingml/2006/main" noGrp="1"/>
          </p:cNvSpPr>
          <p:nvPr/>
        </p:nvSpPr>
        <p:spPr>
          <a:xfrm xmlns:a="http://schemas.openxmlformats.org/drawingml/2006/main">
            <a:off x="5353050" y="203835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执行契约</a:t>
            </a:r>
          </a:p>
        </p:txBody>
      </p:sp>
      <p:sp>
        <p:nvSpPr>
          <p:cNvPr id="23" name="">
            <a:extLst xmlns:a="http://schemas.openxmlformats.org/drawingml/2006/main">
              <a:ext uri="{FF2B5EF4-FFF2-40B4-BE49-F238E27FC236}">
                <a16:creationId xmlns:a16="http://schemas.microsoft.com/office/drawing/2014/main" id="{9AF7256D-1796-413D-B927-B81B9B866DB2}"/>
              </a:ext>
            </a:extLst>
          </p:cNvPr>
          <p:cNvSpPr>
            <a:spLocks xmlns:a="http://schemas.openxmlformats.org/drawingml/2006/main" noGrp="1"/>
          </p:cNvSpPr>
          <p:nvPr/>
        </p:nvSpPr>
        <p:spPr>
          <a:xfrm xmlns:a="http://schemas.openxmlformats.org/drawingml/2006/main">
            <a:off x="5353050" y="2362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526273"/>
                </a:solidFill>
              </a:defRPr>
            </a:pPr>
            <a:r>
              <a:rPr sz="1013" b="0">
                <a:solidFill>
                  <a:srgbClr val="526273"/>
                </a:solidFill>
              </a:rPr>
              <a:t>能力、schema、路径</a:t>
            </a:r>
          </a:p>
        </p:txBody>
      </p:sp>
      <p:sp>
        <p:nvSpPr>
          <p:cNvPr id="24" name="">
            <a:extLst xmlns:a="http://schemas.openxmlformats.org/drawingml/2006/main">
              <a:ext uri="{FF2B5EF4-FFF2-40B4-BE49-F238E27FC236}">
                <a16:creationId xmlns:a16="http://schemas.microsoft.com/office/drawing/2014/main" id="{4AB7C8CE-E9AC-45D2-B0C9-DC01FE4C9FD9}"/>
              </a:ext>
            </a:extLst>
          </p:cNvPr>
          <p:cNvSpPr>
            <a:spLocks xmlns:a="http://schemas.openxmlformats.org/drawingml/2006/main" noGrp="1"/>
          </p:cNvSpPr>
          <p:nvPr/>
        </p:nvSpPr>
        <p:spPr>
          <a:xfrm xmlns:a="http://schemas.openxmlformats.org/drawingml/2006/main">
            <a:off x="7353300" y="1885950"/>
            <a:ext cx="1524000" cy="876300"/>
          </a:xfrm>
          <a:prstGeom xmlns:a="http://schemas.openxmlformats.org/drawingml/2006/main" prst="roundRect">
            <a:avLst>
              <a:gd name="adj" fmla="val 13043"/>
            </a:avLst>
          </a:prstGeom>
          <a:solidFill xmlns:a="http://schemas.openxmlformats.org/drawingml/2006/main">
            <a:srgbClr val="FFF0E3"/>
          </a:solidFill>
          <a:ln xmlns:a="http://schemas.openxmlformats.org/drawingml/2006/main" w="9525">
            <a:solidFill>
              <a:srgbClr val="F6C79C"/>
            </a:solidFill>
            <a:prstDash val="solid"/>
          </a:ln>
        </p:spPr>
      </p:sp>
      <p:sp>
        <p:nvSpPr>
          <p:cNvPr id="25" name="">
            <a:extLst xmlns:a="http://schemas.openxmlformats.org/drawingml/2006/main">
              <a:ext uri="{FF2B5EF4-FFF2-40B4-BE49-F238E27FC236}">
                <a16:creationId xmlns:a16="http://schemas.microsoft.com/office/drawing/2014/main" id="{BBCC0590-4EF0-41B4-B4D7-789FCF94EA9C}"/>
              </a:ext>
            </a:extLst>
          </p:cNvPr>
          <p:cNvSpPr>
            <a:spLocks xmlns:a="http://schemas.openxmlformats.org/drawingml/2006/main" noGrp="1"/>
          </p:cNvSpPr>
          <p:nvPr/>
        </p:nvSpPr>
        <p:spPr>
          <a:xfrm xmlns:a="http://schemas.openxmlformats.org/drawingml/2006/main">
            <a:off x="7467600" y="203835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产物校验</a:t>
            </a:r>
          </a:p>
        </p:txBody>
      </p:sp>
      <p:sp>
        <p:nvSpPr>
          <p:cNvPr id="26" name="">
            <a:extLst xmlns:a="http://schemas.openxmlformats.org/drawingml/2006/main">
              <a:ext uri="{FF2B5EF4-FFF2-40B4-BE49-F238E27FC236}">
                <a16:creationId xmlns:a16="http://schemas.microsoft.com/office/drawing/2014/main" id="{4710CB92-6BED-4420-A186-7F88B5A5B986}"/>
              </a:ext>
            </a:extLst>
          </p:cNvPr>
          <p:cNvSpPr>
            <a:spLocks xmlns:a="http://schemas.openxmlformats.org/drawingml/2006/main" noGrp="1"/>
          </p:cNvSpPr>
          <p:nvPr/>
        </p:nvSpPr>
        <p:spPr>
          <a:xfrm xmlns:a="http://schemas.openxmlformats.org/drawingml/2006/main">
            <a:off x="7467600" y="2362200"/>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526273"/>
                </a:solidFill>
              </a:defRPr>
            </a:pPr>
            <a:r>
              <a:rPr sz="1013" b="0">
                <a:solidFill>
                  <a:srgbClr val="526273"/>
                </a:solidFill>
              </a:rPr>
              <a:t>版本、摘要、能力</a:t>
            </a:r>
          </a:p>
        </p:txBody>
      </p:sp>
      <p:sp>
        <p:nvSpPr>
          <p:cNvPr id="27" name="">
            <a:extLst xmlns:a="http://schemas.openxmlformats.org/drawingml/2006/main">
              <a:ext uri="{FF2B5EF4-FFF2-40B4-BE49-F238E27FC236}">
                <a16:creationId xmlns:a16="http://schemas.microsoft.com/office/drawing/2014/main" id="{87511AF2-DA82-42EC-BEBF-81C22B8B391B}"/>
              </a:ext>
            </a:extLst>
          </p:cNvPr>
          <p:cNvSpPr>
            <a:spLocks xmlns:a="http://schemas.openxmlformats.org/drawingml/2006/main" noGrp="1"/>
          </p:cNvSpPr>
          <p:nvPr/>
        </p:nvSpPr>
        <p:spPr>
          <a:xfrm xmlns:a="http://schemas.openxmlformats.org/drawingml/2006/main">
            <a:off x="9582150" y="1885950"/>
            <a:ext cx="1924050" cy="876300"/>
          </a:xfrm>
          <a:prstGeom xmlns:a="http://schemas.openxmlformats.org/drawingml/2006/main" prst="roundRect">
            <a:avLst>
              <a:gd name="adj" fmla="val 13043"/>
            </a:avLst>
          </a:prstGeom>
          <a:solidFill xmlns:a="http://schemas.openxmlformats.org/drawingml/2006/main">
            <a:srgbClr val="FFF0E3"/>
          </a:solidFill>
          <a:ln xmlns:a="http://schemas.openxmlformats.org/drawingml/2006/main" w="9525">
            <a:solidFill>
              <a:srgbClr val="F6C79C"/>
            </a:solidFill>
            <a:prstDash val="solid"/>
          </a:ln>
        </p:spPr>
      </p:sp>
      <p:sp>
        <p:nvSpPr>
          <p:cNvPr id="28" name="">
            <a:extLst xmlns:a="http://schemas.openxmlformats.org/drawingml/2006/main">
              <a:ext uri="{FF2B5EF4-FFF2-40B4-BE49-F238E27FC236}">
                <a16:creationId xmlns:a16="http://schemas.microsoft.com/office/drawing/2014/main" id="{AAA74C49-EB92-43D0-911A-8D41013AFDE5}"/>
              </a:ext>
            </a:extLst>
          </p:cNvPr>
          <p:cNvSpPr>
            <a:spLocks xmlns:a="http://schemas.openxmlformats.org/drawingml/2006/main" noGrp="1"/>
          </p:cNvSpPr>
          <p:nvPr/>
        </p:nvSpPr>
        <p:spPr>
          <a:xfrm xmlns:a="http://schemas.openxmlformats.org/drawingml/2006/main">
            <a:off x="9696450" y="2038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本地能力执行</a:t>
            </a:r>
          </a:p>
        </p:txBody>
      </p:sp>
      <p:sp>
        <p:nvSpPr>
          <p:cNvPr id="29" name="">
            <a:extLst xmlns:a="http://schemas.openxmlformats.org/drawingml/2006/main">
              <a:ext uri="{FF2B5EF4-FFF2-40B4-BE49-F238E27FC236}">
                <a16:creationId xmlns:a16="http://schemas.microsoft.com/office/drawing/2014/main" id="{A9F8CA11-BF95-4B7C-83C0-1CC0246CD272}"/>
              </a:ext>
            </a:extLst>
          </p:cNvPr>
          <p:cNvSpPr>
            <a:spLocks xmlns:a="http://schemas.openxmlformats.org/drawingml/2006/main" noGrp="1"/>
          </p:cNvSpPr>
          <p:nvPr/>
        </p:nvSpPr>
        <p:spPr>
          <a:xfrm xmlns:a="http://schemas.openxmlformats.org/drawingml/2006/main">
            <a:off x="9696450" y="23622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526273"/>
                </a:solidFill>
              </a:defRPr>
            </a:pPr>
            <a:r>
              <a:rPr sz="1013" b="0">
                <a:solidFill>
                  <a:srgbClr val="526273"/>
                </a:solidFill>
              </a:rPr>
              <a:t>取得真实运行数据</a:t>
            </a:r>
          </a:p>
        </p:txBody>
      </p:sp>
      <p:sp>
        <p:nvSpPr>
          <p:cNvPr id="30" name="">
            <a:extLst xmlns:a="http://schemas.openxmlformats.org/drawingml/2006/main">
              <a:ext uri="{FF2B5EF4-FFF2-40B4-BE49-F238E27FC236}">
                <a16:creationId xmlns:a16="http://schemas.microsoft.com/office/drawing/2014/main" id="{1D018F1C-7321-44A4-A0A0-594AE6847756}"/>
              </a:ext>
            </a:extLst>
          </p:cNvPr>
          <p:cNvSpPr>
            <a:spLocks xmlns:a="http://schemas.openxmlformats.org/drawingml/2006/main" noGrp="1"/>
          </p:cNvSpPr>
          <p:nvPr/>
        </p:nvSpPr>
        <p:spPr>
          <a:xfrm xmlns:a="http://schemas.openxmlformats.org/drawingml/2006/main">
            <a:off x="5667375" y="28765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F6FEB"/>
                </a:solidFill>
              </a:defRPr>
            </a:pPr>
            <a:r>
              <a:rPr sz="2100" b="1">
                <a:solidFill>
                  <a:srgbClr val="1F6FEB"/>
                </a:solidFill>
              </a:rPr>
              <a:t>↓</a:t>
            </a:r>
          </a:p>
        </p:txBody>
      </p:sp>
      <p:sp>
        <p:nvSpPr>
          <p:cNvPr id="31" name="">
            <a:extLst xmlns:a="http://schemas.openxmlformats.org/drawingml/2006/main">
              <a:ext uri="{FF2B5EF4-FFF2-40B4-BE49-F238E27FC236}">
                <a16:creationId xmlns:a16="http://schemas.microsoft.com/office/drawing/2014/main" id="{1B0009B2-5657-4F19-A2C3-69902456F434}"/>
              </a:ext>
            </a:extLst>
          </p:cNvPr>
          <p:cNvSpPr>
            <a:spLocks xmlns:a="http://schemas.openxmlformats.org/drawingml/2006/main" noGrp="1"/>
          </p:cNvSpPr>
          <p:nvPr/>
        </p:nvSpPr>
        <p:spPr>
          <a:xfrm xmlns:a="http://schemas.openxmlformats.org/drawingml/2006/main">
            <a:off x="10172700" y="28765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32" name="">
            <a:extLst xmlns:a="http://schemas.openxmlformats.org/drawingml/2006/main">
              <a:ext uri="{FF2B5EF4-FFF2-40B4-BE49-F238E27FC236}">
                <a16:creationId xmlns:a16="http://schemas.microsoft.com/office/drawing/2014/main" id="{299ACE45-112D-4EE1-B5DB-EC4E237B34FC}"/>
              </a:ext>
            </a:extLst>
          </p:cNvPr>
          <p:cNvSpPr>
            <a:spLocks xmlns:a="http://schemas.openxmlformats.org/drawingml/2006/main" noGrp="1"/>
          </p:cNvSpPr>
          <p:nvPr/>
        </p:nvSpPr>
        <p:spPr>
          <a:xfrm xmlns:a="http://schemas.openxmlformats.org/drawingml/2006/main">
            <a:off x="685800" y="3676650"/>
            <a:ext cx="2171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C22B5612-8805-4093-AD48-F6E2CF6F0F0F}"/>
              </a:ext>
            </a:extLst>
          </p:cNvPr>
          <p:cNvSpPr>
            <a:spLocks xmlns:a="http://schemas.openxmlformats.org/drawingml/2006/main" noGrp="1"/>
          </p:cNvSpPr>
          <p:nvPr/>
        </p:nvSpPr>
        <p:spPr>
          <a:xfrm xmlns:a="http://schemas.openxmlformats.org/drawingml/2006/main">
            <a:off x="819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最小结构投影</a:t>
            </a:r>
          </a:p>
        </p:txBody>
      </p:sp>
      <p:sp>
        <p:nvSpPr>
          <p:cNvPr id="34" name="">
            <a:extLst xmlns:a="http://schemas.openxmlformats.org/drawingml/2006/main">
              <a:ext uri="{FF2B5EF4-FFF2-40B4-BE49-F238E27FC236}">
                <a16:creationId xmlns:a16="http://schemas.microsoft.com/office/drawing/2014/main" id="{2AEA4F4F-8DA4-44F8-AF2C-3C118943C4A1}"/>
              </a:ext>
            </a:extLst>
          </p:cNvPr>
          <p:cNvSpPr>
            <a:spLocks xmlns:a="http://schemas.openxmlformats.org/drawingml/2006/main" noGrp="1"/>
          </p:cNvSpPr>
          <p:nvPr/>
        </p:nvSpPr>
        <p:spPr>
          <a:xfrm xmlns:a="http://schemas.openxmlformats.org/drawingml/2006/main">
            <a:off x="838200" y="416242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526273"/>
                </a:solidFill>
              </a:defRPr>
            </a:pPr>
            <a:r>
              <a:rPr sz="1088" b="0">
                <a:solidFill>
                  <a:srgbClr val="526273"/>
                </a:solidFill>
              </a:rPr>
              <a:t>仅保留允许字段、类型、语义和脱敏示例</a:t>
            </a:r>
          </a:p>
        </p:txBody>
      </p:sp>
      <p:sp>
        <p:nvSpPr>
          <p:cNvPr id="35" name="">
            <a:extLst xmlns:a="http://schemas.openxmlformats.org/drawingml/2006/main">
              <a:ext uri="{FF2B5EF4-FFF2-40B4-BE49-F238E27FC236}">
                <a16:creationId xmlns:a16="http://schemas.microsoft.com/office/drawing/2014/main" id="{E9C4E329-6299-41F2-91F7-CB4A966D415C}"/>
              </a:ext>
            </a:extLst>
          </p:cNvPr>
          <p:cNvSpPr>
            <a:spLocks xmlns:a="http://schemas.openxmlformats.org/drawingml/2006/main" noGrp="1"/>
          </p:cNvSpPr>
          <p:nvPr/>
        </p:nvSpPr>
        <p:spPr>
          <a:xfrm xmlns:a="http://schemas.openxmlformats.org/drawingml/2006/main">
            <a:off x="3619500" y="3676650"/>
            <a:ext cx="21907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36" name="">
            <a:extLst xmlns:a="http://schemas.openxmlformats.org/drawingml/2006/main">
              <a:ext uri="{FF2B5EF4-FFF2-40B4-BE49-F238E27FC236}">
                <a16:creationId xmlns:a16="http://schemas.microsoft.com/office/drawing/2014/main" id="{14732B05-1DBD-490B-9B08-7A5F6CBC1407}"/>
              </a:ext>
            </a:extLst>
          </p:cNvPr>
          <p:cNvSpPr>
            <a:spLocks xmlns:a="http://schemas.openxmlformats.org/drawingml/2006/main" noGrp="1"/>
          </p:cNvSpPr>
          <p:nvPr/>
        </p:nvSpPr>
        <p:spPr>
          <a:xfrm xmlns:a="http://schemas.openxmlformats.org/drawingml/2006/main">
            <a:off x="3752850" y="38290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界面描述生成</a:t>
            </a:r>
          </a:p>
        </p:txBody>
      </p:sp>
      <p:sp>
        <p:nvSpPr>
          <p:cNvPr id="37" name="">
            <a:extLst xmlns:a="http://schemas.openxmlformats.org/drawingml/2006/main">
              <a:ext uri="{FF2B5EF4-FFF2-40B4-BE49-F238E27FC236}">
                <a16:creationId xmlns:a16="http://schemas.microsoft.com/office/drawing/2014/main" id="{42D4A980-4AC7-41E9-B26D-57BDACA945A8}"/>
              </a:ext>
            </a:extLst>
          </p:cNvPr>
          <p:cNvSpPr>
            <a:spLocks xmlns:a="http://schemas.openxmlformats.org/drawingml/2006/main" noGrp="1"/>
          </p:cNvSpPr>
          <p:nvPr/>
        </p:nvSpPr>
        <p:spPr>
          <a:xfrm xmlns:a="http://schemas.openxmlformats.org/drawingml/2006/main">
            <a:off x="3771900" y="41624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526273"/>
                </a:solidFill>
              </a:defRPr>
            </a:pPr>
            <a:r>
              <a:rPr sz="1088" b="0">
                <a:solidFill>
                  <a:srgbClr val="526273"/>
                </a:solidFill>
              </a:rPr>
              <a:t>模型只生成组件、绑定和初始化状态</a:t>
            </a:r>
          </a:p>
        </p:txBody>
      </p:sp>
      <p:sp>
        <p:nvSpPr>
          <p:cNvPr id="38" name="">
            <a:extLst xmlns:a="http://schemas.openxmlformats.org/drawingml/2006/main">
              <a:ext uri="{FF2B5EF4-FFF2-40B4-BE49-F238E27FC236}">
                <a16:creationId xmlns:a16="http://schemas.microsoft.com/office/drawing/2014/main" id="{59676754-B7B3-4617-AF24-A3A839C953A7}"/>
              </a:ext>
            </a:extLst>
          </p:cNvPr>
          <p:cNvSpPr>
            <a:spLocks xmlns:a="http://schemas.openxmlformats.org/drawingml/2006/main" noGrp="1"/>
          </p:cNvSpPr>
          <p:nvPr/>
        </p:nvSpPr>
        <p:spPr>
          <a:xfrm xmlns:a="http://schemas.openxmlformats.org/drawingml/2006/main">
            <a:off x="6572250" y="3676650"/>
            <a:ext cx="21907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39" name="">
            <a:extLst xmlns:a="http://schemas.openxmlformats.org/drawingml/2006/main">
              <a:ext uri="{FF2B5EF4-FFF2-40B4-BE49-F238E27FC236}">
                <a16:creationId xmlns:a16="http://schemas.microsoft.com/office/drawing/2014/main" id="{56268C27-0D48-4D50-85BA-594181ACB539}"/>
              </a:ext>
            </a:extLst>
          </p:cNvPr>
          <p:cNvSpPr>
            <a:spLocks xmlns:a="http://schemas.openxmlformats.org/drawingml/2006/main" noGrp="1"/>
          </p:cNvSpPr>
          <p:nvPr/>
        </p:nvSpPr>
        <p:spPr>
          <a:xfrm xmlns:a="http://schemas.openxmlformats.org/drawingml/2006/main">
            <a:off x="6705600" y="38290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跨协议校验</a:t>
            </a:r>
          </a:p>
        </p:txBody>
      </p:sp>
      <p:sp>
        <p:nvSpPr>
          <p:cNvPr id="40" name="">
            <a:extLst xmlns:a="http://schemas.openxmlformats.org/drawingml/2006/main">
              <a:ext uri="{FF2B5EF4-FFF2-40B4-BE49-F238E27FC236}">
                <a16:creationId xmlns:a16="http://schemas.microsoft.com/office/drawing/2014/main" id="{0825B6EC-C2F8-4048-9A73-72FB0852B782}"/>
              </a:ext>
            </a:extLst>
          </p:cNvPr>
          <p:cNvSpPr>
            <a:spLocks xmlns:a="http://schemas.openxmlformats.org/drawingml/2006/main" noGrp="1"/>
          </p:cNvSpPr>
          <p:nvPr/>
        </p:nvSpPr>
        <p:spPr>
          <a:xfrm xmlns:a="http://schemas.openxmlformats.org/drawingml/2006/main">
            <a:off x="6724650" y="41624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526273"/>
                </a:solidFill>
              </a:defRPr>
            </a:pPr>
            <a:r>
              <a:rPr sz="1088" b="0">
                <a:solidFill>
                  <a:srgbClr val="526273"/>
                </a:solidFill>
              </a:rPr>
              <a:t>证明输出—路径—消息—消费者闭环</a:t>
            </a:r>
          </a:p>
        </p:txBody>
      </p:sp>
      <p:sp>
        <p:nvSpPr>
          <p:cNvPr id="41" name="">
            <a:extLst xmlns:a="http://schemas.openxmlformats.org/drawingml/2006/main">
              <a:ext uri="{FF2B5EF4-FFF2-40B4-BE49-F238E27FC236}">
                <a16:creationId xmlns:a16="http://schemas.microsoft.com/office/drawing/2014/main" id="{9335E477-E42A-4AA4-843C-C76FDFFFE3FC}"/>
              </a:ext>
            </a:extLst>
          </p:cNvPr>
          <p:cNvSpPr>
            <a:spLocks xmlns:a="http://schemas.openxmlformats.org/drawingml/2006/main" noGrp="1"/>
          </p:cNvSpPr>
          <p:nvPr/>
        </p:nvSpPr>
        <p:spPr>
          <a:xfrm xmlns:a="http://schemas.openxmlformats.org/drawingml/2006/main">
            <a:off x="9525000" y="3676650"/>
            <a:ext cx="1981200" cy="1028700"/>
          </a:xfrm>
          <a:prstGeom xmlns:a="http://schemas.openxmlformats.org/drawingml/2006/main" prst="roundRect">
            <a:avLst>
              <a:gd name="adj" fmla="val 11111"/>
            </a:avLst>
          </a:prstGeom>
          <a:solidFill xmlns:a="http://schemas.openxmlformats.org/drawingml/2006/main">
            <a:srgbClr val="DDF5F0"/>
          </a:solidFill>
          <a:ln xmlns:a="http://schemas.openxmlformats.org/drawingml/2006/main" w="9525">
            <a:solidFill>
              <a:srgbClr val="9FDACF"/>
            </a:solidFill>
            <a:prstDash val="solid"/>
          </a:ln>
        </p:spPr>
      </p:sp>
      <p:sp>
        <p:nvSpPr>
          <p:cNvPr id="42" name="">
            <a:extLst xmlns:a="http://schemas.openxmlformats.org/drawingml/2006/main">
              <a:ext uri="{FF2B5EF4-FFF2-40B4-BE49-F238E27FC236}">
                <a16:creationId xmlns:a16="http://schemas.microsoft.com/office/drawing/2014/main" id="{6AADAC70-5657-4703-A3B8-3AA3D79261CD}"/>
              </a:ext>
            </a:extLst>
          </p:cNvPr>
          <p:cNvSpPr>
            <a:spLocks xmlns:a="http://schemas.openxmlformats.org/drawingml/2006/main" noGrp="1"/>
          </p:cNvSpPr>
          <p:nvPr/>
        </p:nvSpPr>
        <p:spPr>
          <a:xfrm xmlns:a="http://schemas.openxmlformats.org/drawingml/2006/main">
            <a:off x="9658350" y="38290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消息构造与渲染</a:t>
            </a:r>
          </a:p>
        </p:txBody>
      </p:sp>
      <p:sp>
        <p:nvSpPr>
          <p:cNvPr id="43" name="">
            <a:extLst xmlns:a="http://schemas.openxmlformats.org/drawingml/2006/main">
              <a:ext uri="{FF2B5EF4-FFF2-40B4-BE49-F238E27FC236}">
                <a16:creationId xmlns:a16="http://schemas.microsoft.com/office/drawing/2014/main" id="{4FC6E0BC-B53B-4402-8F20-7F0C335DE76E}"/>
              </a:ext>
            </a:extLst>
          </p:cNvPr>
          <p:cNvSpPr>
            <a:spLocks xmlns:a="http://schemas.openxmlformats.org/drawingml/2006/main" noGrp="1"/>
          </p:cNvSpPr>
          <p:nvPr/>
        </p:nvSpPr>
        <p:spPr>
          <a:xfrm xmlns:a="http://schemas.openxmlformats.org/drawingml/2006/main">
            <a:off x="9677400" y="416242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526273"/>
                </a:solidFill>
              </a:defRPr>
            </a:pPr>
            <a:r>
              <a:rPr sz="1088" b="0">
                <a:solidFill>
                  <a:srgbClr val="526273"/>
                </a:solidFill>
              </a:rPr>
              <a:t>校验 value，注入 DataModel 并刷新 UI</a:t>
            </a:r>
          </a:p>
        </p:txBody>
      </p:sp>
      <p:sp>
        <p:nvSpPr>
          <p:cNvPr id="44" name="">
            <a:extLst xmlns:a="http://schemas.openxmlformats.org/drawingml/2006/main">
              <a:ext uri="{FF2B5EF4-FFF2-40B4-BE49-F238E27FC236}">
                <a16:creationId xmlns:a16="http://schemas.microsoft.com/office/drawing/2014/main" id="{D91C4B02-5A2E-4CBF-BD29-BA44E861FC5F}"/>
              </a:ext>
            </a:extLst>
          </p:cNvPr>
          <p:cNvSpPr>
            <a:spLocks xmlns:a="http://schemas.openxmlformats.org/drawingml/2006/main" noGrp="1"/>
          </p:cNvSpPr>
          <p:nvPr/>
        </p:nvSpPr>
        <p:spPr>
          <a:xfrm xmlns:a="http://schemas.openxmlformats.org/drawingml/2006/main">
            <a:off x="685800" y="5143500"/>
            <a:ext cx="108204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C7DF78B3-A936-48BE-840E-3DD7F7655F17}"/>
              </a:ext>
            </a:extLst>
          </p:cNvPr>
          <p:cNvSpPr>
            <a:spLocks xmlns:a="http://schemas.openxmlformats.org/drawingml/2006/main" noGrp="1"/>
          </p:cNvSpPr>
          <p:nvPr/>
        </p:nvSpPr>
        <p:spPr>
          <a:xfrm xmlns:a="http://schemas.openxmlformats.org/drawingml/2006/main">
            <a:off x="952500" y="52578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F6FEB"/>
                </a:solidFill>
              </a:defRPr>
            </a:pPr>
            <a:r>
              <a:rPr sz="2100" b="1">
                <a:solidFill>
                  <a:srgbClr val="1F6FEB"/>
                </a:solidFill>
              </a:rPr>
              <a:t>结构不上值</a:t>
            </a:r>
          </a:p>
        </p:txBody>
      </p:sp>
      <p:sp>
        <p:nvSpPr>
          <p:cNvPr id="46" name="">
            <a:extLst xmlns:a="http://schemas.openxmlformats.org/drawingml/2006/main">
              <a:ext uri="{FF2B5EF4-FFF2-40B4-BE49-F238E27FC236}">
                <a16:creationId xmlns:a16="http://schemas.microsoft.com/office/drawing/2014/main" id="{FE1E5B49-AA3D-4514-AF1A-D6C6E9BE931D}"/>
              </a:ext>
            </a:extLst>
          </p:cNvPr>
          <p:cNvSpPr>
            <a:spLocks xmlns:a="http://schemas.openxmlformats.org/drawingml/2006/main" noGrp="1"/>
          </p:cNvSpPr>
          <p:nvPr/>
        </p:nvSpPr>
        <p:spPr>
          <a:xfrm xmlns:a="http://schemas.openxmlformats.org/drawingml/2006/main">
            <a:off x="952500" y="56578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26273"/>
                </a:solidFill>
              </a:defRPr>
            </a:pPr>
            <a:r>
              <a:rPr sz="1125" b="0">
                <a:solidFill>
                  <a:srgbClr val="526273"/>
                </a:solidFill>
              </a:rPr>
              <a:t>生成域只处理结构与脱敏示例</a:t>
            </a:r>
          </a:p>
        </p:txBody>
      </p:sp>
      <p:sp>
        <p:nvSpPr>
          <p:cNvPr id="47" name="">
            <a:extLst xmlns:a="http://schemas.openxmlformats.org/drawingml/2006/main">
              <a:ext uri="{FF2B5EF4-FFF2-40B4-BE49-F238E27FC236}">
                <a16:creationId xmlns:a16="http://schemas.microsoft.com/office/drawing/2014/main" id="{C08B8FBF-AA48-41D1-9B26-0738603A7BFA}"/>
              </a:ext>
            </a:extLst>
          </p:cNvPr>
          <p:cNvSpPr>
            <a:spLocks xmlns:a="http://schemas.openxmlformats.org/drawingml/2006/main" noGrp="1"/>
          </p:cNvSpPr>
          <p:nvPr/>
        </p:nvSpPr>
        <p:spPr>
          <a:xfrm xmlns:a="http://schemas.openxmlformats.org/drawingml/2006/main">
            <a:off x="3857625" y="52578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59E87"/>
                </a:solidFill>
              </a:defRPr>
            </a:pPr>
            <a:r>
              <a:rPr sz="2100" b="1">
                <a:solidFill>
                  <a:srgbClr val="159E87"/>
                </a:solidFill>
              </a:rPr>
              <a:t>端侧闭环</a:t>
            </a:r>
          </a:p>
        </p:txBody>
      </p:sp>
      <p:sp>
        <p:nvSpPr>
          <p:cNvPr id="48" name="">
            <a:extLst xmlns:a="http://schemas.openxmlformats.org/drawingml/2006/main">
              <a:ext uri="{FF2B5EF4-FFF2-40B4-BE49-F238E27FC236}">
                <a16:creationId xmlns:a16="http://schemas.microsoft.com/office/drawing/2014/main" id="{6279F0DA-D982-4CCD-9A89-6981714C06F5}"/>
              </a:ext>
            </a:extLst>
          </p:cNvPr>
          <p:cNvSpPr>
            <a:spLocks xmlns:a="http://schemas.openxmlformats.org/drawingml/2006/main" noGrp="1"/>
          </p:cNvSpPr>
          <p:nvPr/>
        </p:nvSpPr>
        <p:spPr>
          <a:xfrm xmlns:a="http://schemas.openxmlformats.org/drawingml/2006/main">
            <a:off x="3857625" y="56578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26273"/>
                </a:solidFill>
              </a:defRPr>
            </a:pPr>
            <a:r>
              <a:rPr sz="1125" b="0">
                <a:solidFill>
                  <a:srgbClr val="526273"/>
                </a:solidFill>
              </a:rPr>
              <a:t>真实数据流转范围</a:t>
            </a:r>
          </a:p>
        </p:txBody>
      </p:sp>
      <p:sp>
        <p:nvSpPr>
          <p:cNvPr id="49" name="">
            <a:extLst xmlns:a="http://schemas.openxmlformats.org/drawingml/2006/main">
              <a:ext uri="{FF2B5EF4-FFF2-40B4-BE49-F238E27FC236}">
                <a16:creationId xmlns:a16="http://schemas.microsoft.com/office/drawing/2014/main" id="{4E2A9B5E-8F6C-454A-AAFF-AC4E79DD8C5A}"/>
              </a:ext>
            </a:extLst>
          </p:cNvPr>
          <p:cNvSpPr>
            <a:spLocks xmlns:a="http://schemas.openxmlformats.org/drawingml/2006/main" noGrp="1"/>
          </p:cNvSpPr>
          <p:nvPr/>
        </p:nvSpPr>
        <p:spPr>
          <a:xfrm xmlns:a="http://schemas.openxmlformats.org/drawingml/2006/main">
            <a:off x="6572250" y="52578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E9842B"/>
                </a:solidFill>
              </a:defRPr>
            </a:pPr>
            <a:r>
              <a:rPr sz="2100" b="1">
                <a:solidFill>
                  <a:srgbClr val="E9842B"/>
                </a:solidFill>
              </a:rPr>
              <a:t>运行闭环</a:t>
            </a:r>
          </a:p>
        </p:txBody>
      </p:sp>
      <p:sp>
        <p:nvSpPr>
          <p:cNvPr id="50" name="">
            <a:extLst xmlns:a="http://schemas.openxmlformats.org/drawingml/2006/main">
              <a:ext uri="{FF2B5EF4-FFF2-40B4-BE49-F238E27FC236}">
                <a16:creationId xmlns:a16="http://schemas.microsoft.com/office/drawing/2014/main" id="{8BF44220-5D18-48AE-9373-12DBE81FA619}"/>
              </a:ext>
            </a:extLst>
          </p:cNvPr>
          <p:cNvSpPr>
            <a:spLocks xmlns:a="http://schemas.openxmlformats.org/drawingml/2006/main" noGrp="1"/>
          </p:cNvSpPr>
          <p:nvPr/>
        </p:nvSpPr>
        <p:spPr>
          <a:xfrm xmlns:a="http://schemas.openxmlformats.org/drawingml/2006/main">
            <a:off x="6572250" y="56578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26273"/>
                </a:solidFill>
              </a:defRPr>
            </a:pPr>
            <a:r>
              <a:rPr sz="1125" b="0">
                <a:solidFill>
                  <a:srgbClr val="526273"/>
                </a:solidFill>
              </a:rPr>
              <a:t>交付前验证对象</a:t>
            </a:r>
          </a:p>
        </p:txBody>
      </p:sp>
      <p:sp>
        <p:nvSpPr>
          <p:cNvPr id="51" name="">
            <a:extLst xmlns:a="http://schemas.openxmlformats.org/drawingml/2006/main">
              <a:ext uri="{FF2B5EF4-FFF2-40B4-BE49-F238E27FC236}">
                <a16:creationId xmlns:a16="http://schemas.microsoft.com/office/drawing/2014/main" id="{B43B6F33-DCAD-4D2D-A5C4-496D650EC70C}"/>
              </a:ext>
            </a:extLst>
          </p:cNvPr>
          <p:cNvSpPr>
            <a:spLocks xmlns:a="http://schemas.openxmlformats.org/drawingml/2006/main" noGrp="1"/>
          </p:cNvSpPr>
          <p:nvPr/>
        </p:nvSpPr>
        <p:spPr>
          <a:xfrm xmlns:a="http://schemas.openxmlformats.org/drawingml/2006/main">
            <a:off x="9334500" y="52578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F6FEB"/>
                </a:solidFill>
              </a:defRPr>
            </a:pPr>
            <a:r>
              <a:rPr sz="2100" b="1">
                <a:solidFill>
                  <a:srgbClr val="1F6FEB"/>
                </a:solidFill>
              </a:rPr>
              <a:t>0 次</a:t>
            </a:r>
          </a:p>
        </p:txBody>
      </p:sp>
      <p:sp>
        <p:nvSpPr>
          <p:cNvPr id="52" name="">
            <a:extLst xmlns:a="http://schemas.openxmlformats.org/drawingml/2006/main">
              <a:ext uri="{FF2B5EF4-FFF2-40B4-BE49-F238E27FC236}">
                <a16:creationId xmlns:a16="http://schemas.microsoft.com/office/drawing/2014/main" id="{379AB935-C471-4F3E-919D-12C5094FD52F}"/>
              </a:ext>
            </a:extLst>
          </p:cNvPr>
          <p:cNvSpPr>
            <a:spLocks xmlns:a="http://schemas.openxmlformats.org/drawingml/2006/main" noGrp="1"/>
          </p:cNvSpPr>
          <p:nvPr/>
        </p:nvSpPr>
        <p:spPr>
          <a:xfrm xmlns:a="http://schemas.openxmlformats.org/drawingml/2006/main">
            <a:off x="9334500" y="565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26273"/>
                </a:solidFill>
              </a:defRPr>
            </a:pPr>
            <a:r>
              <a:rPr sz="1125" b="0">
                <a:solidFill>
                  <a:srgbClr val="526273"/>
                </a:solidFill>
              </a:rPr>
              <a:t>刷新阶段模型调用</a:t>
            </a:r>
          </a:p>
        </p:txBody>
      </p:sp>
    </p:spTree>
    <p:extLst>
      <p:ext uri="{BB962C8B-B14F-4D97-AF65-F5344CB8AC3E}">
        <p14:creationId xmlns:p14="http://schemas.microsoft.com/office/powerpoint/2010/main" val="1658128737"/>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2CBE76C8-23B5-44B4-914F-4F0788B6E654}"/>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9">
            <a:extLst xmlns:a="http://schemas.openxmlformats.org/drawingml/2006/main">
              <a:ext uri="{FF2B5EF4-FFF2-40B4-BE49-F238E27FC236}">
                <a16:creationId xmlns:a16="http://schemas.microsoft.com/office/drawing/2014/main" id="{0CCCCFF2-76D9-4AA1-8F44-3F7126B692B9}"/>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生成阶段先形成受控契约，再生成并校验界面</a:t>
            </a:r>
          </a:p>
        </p:txBody>
      </p:sp>
      <p:sp>
        <p:nvSpPr>
          <p:cNvPr id="3" name="">
            <a:extLst xmlns:a="http://schemas.openxmlformats.org/drawingml/2006/main">
              <a:ext uri="{FF2B5EF4-FFF2-40B4-BE49-F238E27FC236}">
                <a16:creationId xmlns:a16="http://schemas.microsoft.com/office/drawing/2014/main" id="{FB5CD0D8-94DE-471C-BF53-87DB1A3F3877}"/>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DE8C1349-7291-4523-BB64-D1CD1E968D82}"/>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09</a:t>
            </a:r>
          </a:p>
        </p:txBody>
      </p:sp>
      <p:sp>
        <p:nvSpPr>
          <p:cNvPr id="5" name="">
            <a:extLst xmlns:a="http://schemas.openxmlformats.org/drawingml/2006/main">
              <a:ext uri="{FF2B5EF4-FFF2-40B4-BE49-F238E27FC236}">
                <a16:creationId xmlns:a16="http://schemas.microsoft.com/office/drawing/2014/main" id="{CB082621-092E-4FEA-B314-1172DABE71A5}"/>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B8F3918A-0E11-4469-B68D-6D51DC2E5AFE}"/>
              </a:ext>
            </a:extLst>
          </p:cNvPr>
          <p:cNvSpPr>
            <a:spLocks xmlns:a="http://schemas.openxmlformats.org/drawingml/2006/main" noGrp="1"/>
          </p:cNvSpPr>
          <p:nvPr/>
        </p:nvSpPr>
        <p:spPr>
          <a:xfrm xmlns:a="http://schemas.openxmlformats.org/drawingml/2006/main">
            <a:off x="3276600" y="21907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7" name="">
            <a:extLst xmlns:a="http://schemas.openxmlformats.org/drawingml/2006/main">
              <a:ext uri="{FF2B5EF4-FFF2-40B4-BE49-F238E27FC236}">
                <a16:creationId xmlns:a16="http://schemas.microsoft.com/office/drawing/2014/main" id="{BBA11327-8CAD-4591-A054-1268014C6CD7}"/>
              </a:ext>
            </a:extLst>
          </p:cNvPr>
          <p:cNvSpPr>
            <a:spLocks xmlns:a="http://schemas.openxmlformats.org/drawingml/2006/main" noGrp="1"/>
          </p:cNvSpPr>
          <p:nvPr/>
        </p:nvSpPr>
        <p:spPr>
          <a:xfrm xmlns:a="http://schemas.openxmlformats.org/drawingml/2006/main">
            <a:off x="6019800" y="21907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8" name="">
            <a:extLst xmlns:a="http://schemas.openxmlformats.org/drawingml/2006/main">
              <a:ext uri="{FF2B5EF4-FFF2-40B4-BE49-F238E27FC236}">
                <a16:creationId xmlns:a16="http://schemas.microsoft.com/office/drawing/2014/main" id="{3342EFAF-3F29-4DA1-AD6E-16EE4982516A}"/>
              </a:ext>
            </a:extLst>
          </p:cNvPr>
          <p:cNvSpPr>
            <a:spLocks xmlns:a="http://schemas.openxmlformats.org/drawingml/2006/main" noGrp="1"/>
          </p:cNvSpPr>
          <p:nvPr/>
        </p:nvSpPr>
        <p:spPr>
          <a:xfrm xmlns:a="http://schemas.openxmlformats.org/drawingml/2006/main">
            <a:off x="8763000" y="21907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9" name="">
            <a:extLst xmlns:a="http://schemas.openxmlformats.org/drawingml/2006/main">
              <a:ext uri="{FF2B5EF4-FFF2-40B4-BE49-F238E27FC236}">
                <a16:creationId xmlns:a16="http://schemas.microsoft.com/office/drawing/2014/main" id="{A8C54849-2D07-48AB-A04D-2E2E9ABD05F5}"/>
              </a:ext>
            </a:extLst>
          </p:cNvPr>
          <p:cNvSpPr>
            <a:spLocks xmlns:a="http://schemas.openxmlformats.org/drawingml/2006/main" noGrp="1"/>
          </p:cNvSpPr>
          <p:nvPr/>
        </p:nvSpPr>
        <p:spPr>
          <a:xfrm xmlns:a="http://schemas.openxmlformats.org/drawingml/2006/main">
            <a:off x="3276600" y="42481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0" name="">
            <a:extLst xmlns:a="http://schemas.openxmlformats.org/drawingml/2006/main">
              <a:ext uri="{FF2B5EF4-FFF2-40B4-BE49-F238E27FC236}">
                <a16:creationId xmlns:a16="http://schemas.microsoft.com/office/drawing/2014/main" id="{47A849B8-FC21-4817-8616-EF94BDC26284}"/>
              </a:ext>
            </a:extLst>
          </p:cNvPr>
          <p:cNvSpPr>
            <a:spLocks xmlns:a="http://schemas.openxmlformats.org/drawingml/2006/main" noGrp="1"/>
          </p:cNvSpPr>
          <p:nvPr/>
        </p:nvSpPr>
        <p:spPr>
          <a:xfrm xmlns:a="http://schemas.openxmlformats.org/drawingml/2006/main">
            <a:off x="6019800" y="42481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1" name="">
            <a:extLst xmlns:a="http://schemas.openxmlformats.org/drawingml/2006/main">
              <a:ext uri="{FF2B5EF4-FFF2-40B4-BE49-F238E27FC236}">
                <a16:creationId xmlns:a16="http://schemas.microsoft.com/office/drawing/2014/main" id="{EBBC186C-A6A3-4A34-B367-E1349C853298}"/>
              </a:ext>
            </a:extLst>
          </p:cNvPr>
          <p:cNvSpPr>
            <a:spLocks xmlns:a="http://schemas.openxmlformats.org/drawingml/2006/main" noGrp="1"/>
          </p:cNvSpPr>
          <p:nvPr/>
        </p:nvSpPr>
        <p:spPr>
          <a:xfrm xmlns:a="http://schemas.openxmlformats.org/drawingml/2006/main">
            <a:off x="8763000" y="4248150"/>
            <a:ext cx="1524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12" name="">
            <a:extLst xmlns:a="http://schemas.openxmlformats.org/drawingml/2006/main">
              <a:ext uri="{FF2B5EF4-FFF2-40B4-BE49-F238E27FC236}">
                <a16:creationId xmlns:a16="http://schemas.microsoft.com/office/drawing/2014/main" id="{73A2B892-E89C-4CE6-911E-2C0B068DF425}"/>
              </a:ext>
            </a:extLst>
          </p:cNvPr>
          <p:cNvSpPr>
            <a:spLocks xmlns:a="http://schemas.openxmlformats.org/drawingml/2006/main" noGrp="1"/>
          </p:cNvSpPr>
          <p:nvPr/>
        </p:nvSpPr>
        <p:spPr>
          <a:xfrm xmlns:a="http://schemas.openxmlformats.org/drawingml/2006/main">
            <a:off x="685800" y="16192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EB097061-7219-4470-9DCC-91740CD0890A}"/>
              </a:ext>
            </a:extLst>
          </p:cNvPr>
          <p:cNvSpPr>
            <a:spLocks xmlns:a="http://schemas.openxmlformats.org/drawingml/2006/main" noGrp="1"/>
          </p:cNvSpPr>
          <p:nvPr/>
        </p:nvSpPr>
        <p:spPr>
          <a:xfrm xmlns:a="http://schemas.openxmlformats.org/drawingml/2006/main">
            <a:off x="685800" y="1619250"/>
            <a:ext cx="419100" cy="120015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C54D874E-B86F-4CEA-818C-3DB1C7E95189}"/>
              </a:ext>
            </a:extLst>
          </p:cNvPr>
          <p:cNvSpPr>
            <a:spLocks xmlns:a="http://schemas.openxmlformats.org/drawingml/2006/main" noGrp="1"/>
          </p:cNvSpPr>
          <p:nvPr/>
        </p:nvSpPr>
        <p:spPr>
          <a:xfrm xmlns:a="http://schemas.openxmlformats.org/drawingml/2006/main">
            <a:off x="742950" y="17526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S101</a:t>
            </a:r>
          </a:p>
        </p:txBody>
      </p:sp>
      <p:sp>
        <p:nvSpPr>
          <p:cNvPr id="15" name="">
            <a:extLst xmlns:a="http://schemas.openxmlformats.org/drawingml/2006/main">
              <a:ext uri="{FF2B5EF4-FFF2-40B4-BE49-F238E27FC236}">
                <a16:creationId xmlns:a16="http://schemas.microsoft.com/office/drawing/2014/main" id="{AAA38E49-9192-4788-B98C-2E068D17F3FF}"/>
              </a:ext>
            </a:extLst>
          </p:cNvPr>
          <p:cNvSpPr>
            <a:spLocks xmlns:a="http://schemas.openxmlformats.org/drawingml/2006/main" noGrp="1"/>
          </p:cNvSpPr>
          <p:nvPr/>
        </p:nvSpPr>
        <p:spPr>
          <a:xfrm xmlns:a="http://schemas.openxmlformats.org/drawingml/2006/main">
            <a:off x="1238250" y="1733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获取需求与能力</a:t>
            </a:r>
          </a:p>
        </p:txBody>
      </p:sp>
      <p:sp>
        <p:nvSpPr>
          <p:cNvPr id="16" name="">
            <a:extLst xmlns:a="http://schemas.openxmlformats.org/drawingml/2006/main">
              <a:ext uri="{FF2B5EF4-FFF2-40B4-BE49-F238E27FC236}">
                <a16:creationId xmlns:a16="http://schemas.microsoft.com/office/drawing/2014/main" id="{DA911062-EF33-4555-9629-9CF09C429902}"/>
              </a:ext>
            </a:extLst>
          </p:cNvPr>
          <p:cNvSpPr>
            <a:spLocks xmlns:a="http://schemas.openxmlformats.org/drawingml/2006/main" noGrp="1"/>
          </p:cNvSpPr>
          <p:nvPr/>
        </p:nvSpPr>
        <p:spPr>
          <a:xfrm xmlns:a="http://schemas.openxmlformats.org/drawingml/2006/main">
            <a:off x="1238250" y="20193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只获取终端能力描述和数据结构，不获取真实运行数据。</a:t>
            </a:r>
          </a:p>
        </p:txBody>
      </p:sp>
      <p:sp>
        <p:nvSpPr>
          <p:cNvPr id="17" name="">
            <a:extLst xmlns:a="http://schemas.openxmlformats.org/drawingml/2006/main">
              <a:ext uri="{FF2B5EF4-FFF2-40B4-BE49-F238E27FC236}">
                <a16:creationId xmlns:a16="http://schemas.microsoft.com/office/drawing/2014/main" id="{4AE7794F-F344-4D35-A8D8-7E87E345D460}"/>
              </a:ext>
            </a:extLst>
          </p:cNvPr>
          <p:cNvSpPr>
            <a:spLocks xmlns:a="http://schemas.openxmlformats.org/drawingml/2006/main" noGrp="1"/>
          </p:cNvSpPr>
          <p:nvPr/>
        </p:nvSpPr>
        <p:spPr>
          <a:xfrm xmlns:a="http://schemas.openxmlformats.org/drawingml/2006/main">
            <a:off x="3429000" y="16192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B499204C-8EC6-46E7-A00C-6E6CBD1677B0}"/>
              </a:ext>
            </a:extLst>
          </p:cNvPr>
          <p:cNvSpPr>
            <a:spLocks xmlns:a="http://schemas.openxmlformats.org/drawingml/2006/main" noGrp="1"/>
          </p:cNvSpPr>
          <p:nvPr/>
        </p:nvSpPr>
        <p:spPr>
          <a:xfrm xmlns:a="http://schemas.openxmlformats.org/drawingml/2006/main">
            <a:off x="3429000" y="1619250"/>
            <a:ext cx="419100" cy="120015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19" name="">
            <a:extLst xmlns:a="http://schemas.openxmlformats.org/drawingml/2006/main">
              <a:ext uri="{FF2B5EF4-FFF2-40B4-BE49-F238E27FC236}">
                <a16:creationId xmlns:a16="http://schemas.microsoft.com/office/drawing/2014/main" id="{2BA42973-0E56-49EC-A581-227E3EF61964}"/>
              </a:ext>
            </a:extLst>
          </p:cNvPr>
          <p:cNvSpPr>
            <a:spLocks xmlns:a="http://schemas.openxmlformats.org/drawingml/2006/main" noGrp="1"/>
          </p:cNvSpPr>
          <p:nvPr/>
        </p:nvSpPr>
        <p:spPr>
          <a:xfrm xmlns:a="http://schemas.openxmlformats.org/drawingml/2006/main">
            <a:off x="3486150" y="17526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S102</a:t>
            </a:r>
          </a:p>
        </p:txBody>
      </p:sp>
      <p:sp>
        <p:nvSpPr>
          <p:cNvPr id="20" name="">
            <a:extLst xmlns:a="http://schemas.openxmlformats.org/drawingml/2006/main">
              <a:ext uri="{FF2B5EF4-FFF2-40B4-BE49-F238E27FC236}">
                <a16:creationId xmlns:a16="http://schemas.microsoft.com/office/drawing/2014/main" id="{131D729E-DC11-43FC-B304-D087A77AEDAB}"/>
              </a:ext>
            </a:extLst>
          </p:cNvPr>
          <p:cNvSpPr>
            <a:spLocks xmlns:a="http://schemas.openxmlformats.org/drawingml/2006/main" noGrp="1"/>
          </p:cNvSpPr>
          <p:nvPr/>
        </p:nvSpPr>
        <p:spPr>
          <a:xfrm xmlns:a="http://schemas.openxmlformats.org/drawingml/2006/main">
            <a:off x="3981450" y="1733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生成执行契约</a:t>
            </a:r>
          </a:p>
        </p:txBody>
      </p:sp>
      <p:sp>
        <p:nvSpPr>
          <p:cNvPr id="21" name="">
            <a:extLst xmlns:a="http://schemas.openxmlformats.org/drawingml/2006/main">
              <a:ext uri="{FF2B5EF4-FFF2-40B4-BE49-F238E27FC236}">
                <a16:creationId xmlns:a16="http://schemas.microsoft.com/office/drawing/2014/main" id="{1AF8235F-4C6F-47A8-9141-C03A35420F6B}"/>
              </a:ext>
            </a:extLst>
          </p:cNvPr>
          <p:cNvSpPr>
            <a:spLocks xmlns:a="http://schemas.openxmlformats.org/drawingml/2006/main" noGrp="1"/>
          </p:cNvSpPr>
          <p:nvPr/>
        </p:nvSpPr>
        <p:spPr>
          <a:xfrm xmlns:a="http://schemas.openxmlformats.org/drawingml/2006/main">
            <a:off x="3981450" y="20193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选择已注册能力，确定合法参数、输出结构与写入命名空间。</a:t>
            </a:r>
          </a:p>
        </p:txBody>
      </p:sp>
      <p:sp>
        <p:nvSpPr>
          <p:cNvPr id="22" name="">
            <a:extLst xmlns:a="http://schemas.openxmlformats.org/drawingml/2006/main">
              <a:ext uri="{FF2B5EF4-FFF2-40B4-BE49-F238E27FC236}">
                <a16:creationId xmlns:a16="http://schemas.microsoft.com/office/drawing/2014/main" id="{7CD9CF11-4613-4B9F-914C-5C434B16DD9D}"/>
              </a:ext>
            </a:extLst>
          </p:cNvPr>
          <p:cNvSpPr>
            <a:spLocks xmlns:a="http://schemas.openxmlformats.org/drawingml/2006/main" noGrp="1"/>
          </p:cNvSpPr>
          <p:nvPr/>
        </p:nvSpPr>
        <p:spPr>
          <a:xfrm xmlns:a="http://schemas.openxmlformats.org/drawingml/2006/main">
            <a:off x="6172200" y="16192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23" name="">
            <a:extLst xmlns:a="http://schemas.openxmlformats.org/drawingml/2006/main">
              <a:ext uri="{FF2B5EF4-FFF2-40B4-BE49-F238E27FC236}">
                <a16:creationId xmlns:a16="http://schemas.microsoft.com/office/drawing/2014/main" id="{F2EF0DF3-E728-4727-ABA3-3E60AA6B5CAB}"/>
              </a:ext>
            </a:extLst>
          </p:cNvPr>
          <p:cNvSpPr>
            <a:spLocks xmlns:a="http://schemas.openxmlformats.org/drawingml/2006/main" noGrp="1"/>
          </p:cNvSpPr>
          <p:nvPr/>
        </p:nvSpPr>
        <p:spPr>
          <a:xfrm xmlns:a="http://schemas.openxmlformats.org/drawingml/2006/main">
            <a:off x="6172200" y="1619250"/>
            <a:ext cx="419100" cy="120015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24" name="">
            <a:extLst xmlns:a="http://schemas.openxmlformats.org/drawingml/2006/main">
              <a:ext uri="{FF2B5EF4-FFF2-40B4-BE49-F238E27FC236}">
                <a16:creationId xmlns:a16="http://schemas.microsoft.com/office/drawing/2014/main" id="{1BCA6114-5D4E-4995-86EB-46CD04826746}"/>
              </a:ext>
            </a:extLst>
          </p:cNvPr>
          <p:cNvSpPr>
            <a:spLocks xmlns:a="http://schemas.openxmlformats.org/drawingml/2006/main" noGrp="1"/>
          </p:cNvSpPr>
          <p:nvPr/>
        </p:nvSpPr>
        <p:spPr>
          <a:xfrm xmlns:a="http://schemas.openxmlformats.org/drawingml/2006/main">
            <a:off x="6229350" y="17526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S103</a:t>
            </a:r>
          </a:p>
        </p:txBody>
      </p:sp>
      <p:sp>
        <p:nvSpPr>
          <p:cNvPr id="25" name="">
            <a:extLst xmlns:a="http://schemas.openxmlformats.org/drawingml/2006/main">
              <a:ext uri="{FF2B5EF4-FFF2-40B4-BE49-F238E27FC236}">
                <a16:creationId xmlns:a16="http://schemas.microsoft.com/office/drawing/2014/main" id="{B48E2A15-838C-4782-BEEE-730658F3FA11}"/>
              </a:ext>
            </a:extLst>
          </p:cNvPr>
          <p:cNvSpPr>
            <a:spLocks xmlns:a="http://schemas.openxmlformats.org/drawingml/2006/main" noGrp="1"/>
          </p:cNvSpPr>
          <p:nvPr/>
        </p:nvSpPr>
        <p:spPr>
          <a:xfrm xmlns:a="http://schemas.openxmlformats.org/drawingml/2006/main">
            <a:off x="6724650" y="1733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生成最小投影</a:t>
            </a:r>
          </a:p>
        </p:txBody>
      </p:sp>
      <p:sp>
        <p:nvSpPr>
          <p:cNvPr id="26" name="">
            <a:extLst xmlns:a="http://schemas.openxmlformats.org/drawingml/2006/main">
              <a:ext uri="{FF2B5EF4-FFF2-40B4-BE49-F238E27FC236}">
                <a16:creationId xmlns:a16="http://schemas.microsoft.com/office/drawing/2014/main" id="{82147635-E531-45BC-89BF-89D9A2919F74}"/>
              </a:ext>
            </a:extLst>
          </p:cNvPr>
          <p:cNvSpPr>
            <a:spLocks xmlns:a="http://schemas.openxmlformats.org/drawingml/2006/main" noGrp="1"/>
          </p:cNvSpPr>
          <p:nvPr/>
        </p:nvSpPr>
        <p:spPr>
          <a:xfrm xmlns:a="http://schemas.openxmlformats.org/drawingml/2006/main">
            <a:off x="6724650" y="20193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只保留当前界面需要的字段、类型、语义和脱敏示例。</a:t>
            </a:r>
          </a:p>
        </p:txBody>
      </p:sp>
      <p:sp>
        <p:nvSpPr>
          <p:cNvPr id="27" name="">
            <a:extLst xmlns:a="http://schemas.openxmlformats.org/drawingml/2006/main">
              <a:ext uri="{FF2B5EF4-FFF2-40B4-BE49-F238E27FC236}">
                <a16:creationId xmlns:a16="http://schemas.microsoft.com/office/drawing/2014/main" id="{9204AEC9-6E71-44DD-A9A3-57F9BF0B1206}"/>
              </a:ext>
            </a:extLst>
          </p:cNvPr>
          <p:cNvSpPr>
            <a:spLocks xmlns:a="http://schemas.openxmlformats.org/drawingml/2006/main" noGrp="1"/>
          </p:cNvSpPr>
          <p:nvPr/>
        </p:nvSpPr>
        <p:spPr>
          <a:xfrm xmlns:a="http://schemas.openxmlformats.org/drawingml/2006/main">
            <a:off x="8915400" y="16192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28" name="">
            <a:extLst xmlns:a="http://schemas.openxmlformats.org/drawingml/2006/main">
              <a:ext uri="{FF2B5EF4-FFF2-40B4-BE49-F238E27FC236}">
                <a16:creationId xmlns:a16="http://schemas.microsoft.com/office/drawing/2014/main" id="{C48959E9-C8CE-42F0-BB7F-FFD8C57294DB}"/>
              </a:ext>
            </a:extLst>
          </p:cNvPr>
          <p:cNvSpPr>
            <a:spLocks xmlns:a="http://schemas.openxmlformats.org/drawingml/2006/main" noGrp="1"/>
          </p:cNvSpPr>
          <p:nvPr/>
        </p:nvSpPr>
        <p:spPr>
          <a:xfrm xmlns:a="http://schemas.openxmlformats.org/drawingml/2006/main">
            <a:off x="8915400" y="1619250"/>
            <a:ext cx="419100" cy="120015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29" name="">
            <a:extLst xmlns:a="http://schemas.openxmlformats.org/drawingml/2006/main">
              <a:ext uri="{FF2B5EF4-FFF2-40B4-BE49-F238E27FC236}">
                <a16:creationId xmlns:a16="http://schemas.microsoft.com/office/drawing/2014/main" id="{89FB4D24-1603-4DB3-8A7D-94F76E646399}"/>
              </a:ext>
            </a:extLst>
          </p:cNvPr>
          <p:cNvSpPr>
            <a:spLocks xmlns:a="http://schemas.openxmlformats.org/drawingml/2006/main" noGrp="1"/>
          </p:cNvSpPr>
          <p:nvPr/>
        </p:nvSpPr>
        <p:spPr>
          <a:xfrm xmlns:a="http://schemas.openxmlformats.org/drawingml/2006/main">
            <a:off x="8972550" y="17526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S104</a:t>
            </a:r>
          </a:p>
        </p:txBody>
      </p:sp>
      <p:sp>
        <p:nvSpPr>
          <p:cNvPr id="30" name="">
            <a:extLst xmlns:a="http://schemas.openxmlformats.org/drawingml/2006/main">
              <a:ext uri="{FF2B5EF4-FFF2-40B4-BE49-F238E27FC236}">
                <a16:creationId xmlns:a16="http://schemas.microsoft.com/office/drawing/2014/main" id="{FBB88F60-CF20-4B86-BC7D-BAE021E00923}"/>
              </a:ext>
            </a:extLst>
          </p:cNvPr>
          <p:cNvSpPr>
            <a:spLocks xmlns:a="http://schemas.openxmlformats.org/drawingml/2006/main" noGrp="1"/>
          </p:cNvSpPr>
          <p:nvPr/>
        </p:nvSpPr>
        <p:spPr>
          <a:xfrm xmlns:a="http://schemas.openxmlformats.org/drawingml/2006/main">
            <a:off x="9467850" y="1733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生成界面描述</a:t>
            </a:r>
          </a:p>
        </p:txBody>
      </p:sp>
      <p:sp>
        <p:nvSpPr>
          <p:cNvPr id="31" name="">
            <a:extLst xmlns:a="http://schemas.openxmlformats.org/drawingml/2006/main">
              <a:ext uri="{FF2B5EF4-FFF2-40B4-BE49-F238E27FC236}">
                <a16:creationId xmlns:a16="http://schemas.microsoft.com/office/drawing/2014/main" id="{72960875-F2F9-487F-AB57-E59BFE0CEC8F}"/>
              </a:ext>
            </a:extLst>
          </p:cNvPr>
          <p:cNvSpPr>
            <a:spLocks xmlns:a="http://schemas.openxmlformats.org/drawingml/2006/main" noGrp="1"/>
          </p:cNvSpPr>
          <p:nvPr/>
        </p:nvSpPr>
        <p:spPr>
          <a:xfrm xmlns:a="http://schemas.openxmlformats.org/drawingml/2006/main">
            <a:off x="9467850" y="20193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基于受控组件目录和最小数据结构生成声明式 UI。</a:t>
            </a:r>
          </a:p>
        </p:txBody>
      </p:sp>
      <p:sp>
        <p:nvSpPr>
          <p:cNvPr id="32" name="">
            <a:extLst xmlns:a="http://schemas.openxmlformats.org/drawingml/2006/main">
              <a:ext uri="{FF2B5EF4-FFF2-40B4-BE49-F238E27FC236}">
                <a16:creationId xmlns:a16="http://schemas.microsoft.com/office/drawing/2014/main" id="{3AB199D0-CB2D-4386-BFF6-88B71C4E03AB}"/>
              </a:ext>
            </a:extLst>
          </p:cNvPr>
          <p:cNvSpPr>
            <a:spLocks xmlns:a="http://schemas.openxmlformats.org/drawingml/2006/main" noGrp="1"/>
          </p:cNvSpPr>
          <p:nvPr/>
        </p:nvSpPr>
        <p:spPr>
          <a:xfrm xmlns:a="http://schemas.openxmlformats.org/drawingml/2006/main">
            <a:off x="685800" y="36766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B7EF0B27-A515-485F-BC09-84B8D45C8462}"/>
              </a:ext>
            </a:extLst>
          </p:cNvPr>
          <p:cNvSpPr>
            <a:spLocks xmlns:a="http://schemas.openxmlformats.org/drawingml/2006/main" noGrp="1"/>
          </p:cNvSpPr>
          <p:nvPr/>
        </p:nvSpPr>
        <p:spPr>
          <a:xfrm xmlns:a="http://schemas.openxmlformats.org/drawingml/2006/main">
            <a:off x="685800" y="3676650"/>
            <a:ext cx="419100" cy="1200150"/>
          </a:xfrm>
          <a:prstGeom xmlns:a="http://schemas.openxmlformats.org/drawingml/2006/main" prst="rect">
            <a:avLst/>
          </a:prstGeom>
          <a:solidFill xmlns:a="http://schemas.openxmlformats.org/drawingml/2006/main">
            <a:srgbClr val="159E87"/>
          </a:solidFill>
          <a:ln xmlns:a="http://schemas.openxmlformats.org/drawingml/2006/main" w="0">
            <a:solidFill>
              <a:srgbClr val="159E87"/>
            </a:solidFill>
            <a:prstDash val="solid"/>
          </a:ln>
        </p:spPr>
      </p:sp>
      <p:sp>
        <p:nvSpPr>
          <p:cNvPr id="34" name="">
            <a:extLst xmlns:a="http://schemas.openxmlformats.org/drawingml/2006/main">
              <a:ext uri="{FF2B5EF4-FFF2-40B4-BE49-F238E27FC236}">
                <a16:creationId xmlns:a16="http://schemas.microsoft.com/office/drawing/2014/main" id="{141640F6-1CBE-430C-8041-66F211176EEB}"/>
              </a:ext>
            </a:extLst>
          </p:cNvPr>
          <p:cNvSpPr>
            <a:spLocks xmlns:a="http://schemas.openxmlformats.org/drawingml/2006/main" noGrp="1"/>
          </p:cNvSpPr>
          <p:nvPr/>
        </p:nvSpPr>
        <p:spPr>
          <a:xfrm xmlns:a="http://schemas.openxmlformats.org/drawingml/2006/main">
            <a:off x="742950" y="38100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S105</a:t>
            </a:r>
          </a:p>
        </p:txBody>
      </p:sp>
      <p:sp>
        <p:nvSpPr>
          <p:cNvPr id="35" name="">
            <a:extLst xmlns:a="http://schemas.openxmlformats.org/drawingml/2006/main">
              <a:ext uri="{FF2B5EF4-FFF2-40B4-BE49-F238E27FC236}">
                <a16:creationId xmlns:a16="http://schemas.microsoft.com/office/drawing/2014/main" id="{2AB2FF1F-BF60-4E60-BDC6-F6A2B70C7B47}"/>
              </a:ext>
            </a:extLst>
          </p:cNvPr>
          <p:cNvSpPr>
            <a:spLocks xmlns:a="http://schemas.openxmlformats.org/drawingml/2006/main" noGrp="1"/>
          </p:cNvSpPr>
          <p:nvPr/>
        </p:nvSpPr>
        <p:spPr>
          <a:xfrm xmlns:a="http://schemas.openxmlformats.org/drawingml/2006/main">
            <a:off x="1238250" y="3790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建立依赖图</a:t>
            </a:r>
          </a:p>
        </p:txBody>
      </p:sp>
      <p:sp>
        <p:nvSpPr>
          <p:cNvPr id="36" name="">
            <a:extLst xmlns:a="http://schemas.openxmlformats.org/drawingml/2006/main">
              <a:ext uri="{FF2B5EF4-FFF2-40B4-BE49-F238E27FC236}">
                <a16:creationId xmlns:a16="http://schemas.microsoft.com/office/drawing/2014/main" id="{E6F2E12E-4781-4D59-B884-4DAEFE6E2A1A}"/>
              </a:ext>
            </a:extLst>
          </p:cNvPr>
          <p:cNvSpPr>
            <a:spLocks xmlns:a="http://schemas.openxmlformats.org/drawingml/2006/main" noGrp="1"/>
          </p:cNvSpPr>
          <p:nvPr/>
        </p:nvSpPr>
        <p:spPr>
          <a:xfrm xmlns:a="http://schemas.openxmlformats.org/drawingml/2006/main">
            <a:off x="1238250" y="40767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抽取能力、输出字段、目标路径、更新消息和界面消费者。</a:t>
            </a:r>
          </a:p>
        </p:txBody>
      </p:sp>
      <p:sp>
        <p:nvSpPr>
          <p:cNvPr id="37" name="">
            <a:extLst xmlns:a="http://schemas.openxmlformats.org/drawingml/2006/main">
              <a:ext uri="{FF2B5EF4-FFF2-40B4-BE49-F238E27FC236}">
                <a16:creationId xmlns:a16="http://schemas.microsoft.com/office/drawing/2014/main" id="{88F7EF3A-BB1B-42B4-B4A0-D290DC8AF67A}"/>
              </a:ext>
            </a:extLst>
          </p:cNvPr>
          <p:cNvSpPr>
            <a:spLocks xmlns:a="http://schemas.openxmlformats.org/drawingml/2006/main" noGrp="1"/>
          </p:cNvSpPr>
          <p:nvPr/>
        </p:nvSpPr>
        <p:spPr>
          <a:xfrm xmlns:a="http://schemas.openxmlformats.org/drawingml/2006/main">
            <a:off x="3429000" y="36766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38" name="">
            <a:extLst xmlns:a="http://schemas.openxmlformats.org/drawingml/2006/main">
              <a:ext uri="{FF2B5EF4-FFF2-40B4-BE49-F238E27FC236}">
                <a16:creationId xmlns:a16="http://schemas.microsoft.com/office/drawing/2014/main" id="{4022B572-94D7-40F4-ACED-2FF4B3A4FDB1}"/>
              </a:ext>
            </a:extLst>
          </p:cNvPr>
          <p:cNvSpPr>
            <a:spLocks xmlns:a="http://schemas.openxmlformats.org/drawingml/2006/main" noGrp="1"/>
          </p:cNvSpPr>
          <p:nvPr/>
        </p:nvSpPr>
        <p:spPr>
          <a:xfrm xmlns:a="http://schemas.openxmlformats.org/drawingml/2006/main">
            <a:off x="3429000" y="3676650"/>
            <a:ext cx="419100" cy="1200150"/>
          </a:xfrm>
          <a:prstGeom xmlns:a="http://schemas.openxmlformats.org/drawingml/2006/main" prst="rect">
            <a:avLst/>
          </a:prstGeom>
          <a:solidFill xmlns:a="http://schemas.openxmlformats.org/drawingml/2006/main">
            <a:srgbClr val="E9842B"/>
          </a:solidFill>
          <a:ln xmlns:a="http://schemas.openxmlformats.org/drawingml/2006/main" w="0">
            <a:solidFill>
              <a:srgbClr val="E9842B"/>
            </a:solidFill>
            <a:prstDash val="solid"/>
          </a:ln>
        </p:spPr>
      </p:sp>
      <p:sp>
        <p:nvSpPr>
          <p:cNvPr id="39" name="">
            <a:extLst xmlns:a="http://schemas.openxmlformats.org/drawingml/2006/main">
              <a:ext uri="{FF2B5EF4-FFF2-40B4-BE49-F238E27FC236}">
                <a16:creationId xmlns:a16="http://schemas.microsoft.com/office/drawing/2014/main" id="{4B2A8B33-ADC2-4C20-96BD-2896B3010FC3}"/>
              </a:ext>
            </a:extLst>
          </p:cNvPr>
          <p:cNvSpPr>
            <a:spLocks xmlns:a="http://schemas.openxmlformats.org/drawingml/2006/main" noGrp="1"/>
          </p:cNvSpPr>
          <p:nvPr/>
        </p:nvSpPr>
        <p:spPr>
          <a:xfrm xmlns:a="http://schemas.openxmlformats.org/drawingml/2006/main">
            <a:off x="3486150" y="38100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S106</a:t>
            </a:r>
          </a:p>
        </p:txBody>
      </p:sp>
      <p:sp>
        <p:nvSpPr>
          <p:cNvPr id="40" name="">
            <a:extLst xmlns:a="http://schemas.openxmlformats.org/drawingml/2006/main">
              <a:ext uri="{FF2B5EF4-FFF2-40B4-BE49-F238E27FC236}">
                <a16:creationId xmlns:a16="http://schemas.microsoft.com/office/drawing/2014/main" id="{4CAE8EC0-2B67-492D-A2BE-9518B96A255B}"/>
              </a:ext>
            </a:extLst>
          </p:cNvPr>
          <p:cNvSpPr>
            <a:spLocks xmlns:a="http://schemas.openxmlformats.org/drawingml/2006/main" noGrp="1"/>
          </p:cNvSpPr>
          <p:nvPr/>
        </p:nvSpPr>
        <p:spPr>
          <a:xfrm xmlns:a="http://schemas.openxmlformats.org/drawingml/2006/main">
            <a:off x="3981450" y="3790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定向修复</a:t>
            </a:r>
          </a:p>
        </p:txBody>
      </p:sp>
      <p:sp>
        <p:nvSpPr>
          <p:cNvPr id="41" name="">
            <a:extLst xmlns:a="http://schemas.openxmlformats.org/drawingml/2006/main">
              <a:ext uri="{FF2B5EF4-FFF2-40B4-BE49-F238E27FC236}">
                <a16:creationId xmlns:a16="http://schemas.microsoft.com/office/drawing/2014/main" id="{EB6B098F-8CD6-4034-8C03-2AE6CBE79EB5}"/>
              </a:ext>
            </a:extLst>
          </p:cNvPr>
          <p:cNvSpPr>
            <a:spLocks xmlns:a="http://schemas.openxmlformats.org/drawingml/2006/main" noGrp="1"/>
          </p:cNvSpPr>
          <p:nvPr/>
        </p:nvSpPr>
        <p:spPr>
          <a:xfrm xmlns:a="http://schemas.openxmlformats.org/drawingml/2006/main">
            <a:off x="3981450" y="40767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将路径、冲突、越权和版本错误结构化，仅修复相关界面部分。</a:t>
            </a:r>
          </a:p>
        </p:txBody>
      </p:sp>
      <p:sp>
        <p:nvSpPr>
          <p:cNvPr id="42" name="">
            <a:extLst xmlns:a="http://schemas.openxmlformats.org/drawingml/2006/main">
              <a:ext uri="{FF2B5EF4-FFF2-40B4-BE49-F238E27FC236}">
                <a16:creationId xmlns:a16="http://schemas.microsoft.com/office/drawing/2014/main" id="{946479D9-1D06-4F27-92F9-6ACEF335D700}"/>
              </a:ext>
            </a:extLst>
          </p:cNvPr>
          <p:cNvSpPr>
            <a:spLocks xmlns:a="http://schemas.openxmlformats.org/drawingml/2006/main" noGrp="1"/>
          </p:cNvSpPr>
          <p:nvPr/>
        </p:nvSpPr>
        <p:spPr>
          <a:xfrm xmlns:a="http://schemas.openxmlformats.org/drawingml/2006/main">
            <a:off x="6172200" y="3676650"/>
            <a:ext cx="259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6DEE8"/>
            </a:solidFill>
            <a:prstDash val="solid"/>
          </a:ln>
        </p:spPr>
      </p:sp>
      <p:sp>
        <p:nvSpPr>
          <p:cNvPr id="43" name="">
            <a:extLst xmlns:a="http://schemas.openxmlformats.org/drawingml/2006/main">
              <a:ext uri="{FF2B5EF4-FFF2-40B4-BE49-F238E27FC236}">
                <a16:creationId xmlns:a16="http://schemas.microsoft.com/office/drawing/2014/main" id="{EF14A90A-158D-4F99-93A2-67F7EA188AE4}"/>
              </a:ext>
            </a:extLst>
          </p:cNvPr>
          <p:cNvSpPr>
            <a:spLocks xmlns:a="http://schemas.openxmlformats.org/drawingml/2006/main" noGrp="1"/>
          </p:cNvSpPr>
          <p:nvPr/>
        </p:nvSpPr>
        <p:spPr>
          <a:xfrm xmlns:a="http://schemas.openxmlformats.org/drawingml/2006/main">
            <a:off x="6172200" y="3676650"/>
            <a:ext cx="419100" cy="1200150"/>
          </a:xfrm>
          <a:prstGeom xmlns:a="http://schemas.openxmlformats.org/drawingml/2006/main" prst="rect">
            <a:avLst/>
          </a:prstGeom>
          <a:solidFill xmlns:a="http://schemas.openxmlformats.org/drawingml/2006/main">
            <a:srgbClr val="159E87"/>
          </a:solidFill>
          <a:ln xmlns:a="http://schemas.openxmlformats.org/drawingml/2006/main" w="0">
            <a:solidFill>
              <a:srgbClr val="159E87"/>
            </a:solidFill>
            <a:prstDash val="solid"/>
          </a:ln>
        </p:spPr>
      </p:sp>
      <p:sp>
        <p:nvSpPr>
          <p:cNvPr id="44" name="">
            <a:extLst xmlns:a="http://schemas.openxmlformats.org/drawingml/2006/main">
              <a:ext uri="{FF2B5EF4-FFF2-40B4-BE49-F238E27FC236}">
                <a16:creationId xmlns:a16="http://schemas.microsoft.com/office/drawing/2014/main" id="{44269974-C774-4415-AD97-FBBDF09C55DE}"/>
              </a:ext>
            </a:extLst>
          </p:cNvPr>
          <p:cNvSpPr>
            <a:spLocks xmlns:a="http://schemas.openxmlformats.org/drawingml/2006/main" noGrp="1"/>
          </p:cNvSpPr>
          <p:nvPr/>
        </p:nvSpPr>
        <p:spPr>
          <a:xfrm xmlns:a="http://schemas.openxmlformats.org/drawingml/2006/main">
            <a:off x="6229350" y="38100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S107</a:t>
            </a:r>
          </a:p>
        </p:txBody>
      </p:sp>
      <p:sp>
        <p:nvSpPr>
          <p:cNvPr id="45" name="">
            <a:extLst xmlns:a="http://schemas.openxmlformats.org/drawingml/2006/main">
              <a:ext uri="{FF2B5EF4-FFF2-40B4-BE49-F238E27FC236}">
                <a16:creationId xmlns:a16="http://schemas.microsoft.com/office/drawing/2014/main" id="{2E1724F0-59B3-4962-B467-F1A392727CC3}"/>
              </a:ext>
            </a:extLst>
          </p:cNvPr>
          <p:cNvSpPr>
            <a:spLocks xmlns:a="http://schemas.openxmlformats.org/drawingml/2006/main" noGrp="1"/>
          </p:cNvSpPr>
          <p:nvPr/>
        </p:nvSpPr>
        <p:spPr>
          <a:xfrm xmlns:a="http://schemas.openxmlformats.org/drawingml/2006/main">
            <a:off x="6724650" y="3790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B1F33"/>
                </a:solidFill>
              </a:defRPr>
            </a:pPr>
            <a:r>
              <a:rPr sz="1350" b="1">
                <a:solidFill>
                  <a:srgbClr val="0B1F33"/>
                </a:solidFill>
              </a:rPr>
              <a:t>封装双协议</a:t>
            </a:r>
          </a:p>
        </p:txBody>
      </p:sp>
      <p:sp>
        <p:nvSpPr>
          <p:cNvPr id="46" name="">
            <a:extLst xmlns:a="http://schemas.openxmlformats.org/drawingml/2006/main">
              <a:ext uri="{FF2B5EF4-FFF2-40B4-BE49-F238E27FC236}">
                <a16:creationId xmlns:a16="http://schemas.microsoft.com/office/drawing/2014/main" id="{252EC7F5-81FD-4131-82A5-3635F1AE9FBB}"/>
              </a:ext>
            </a:extLst>
          </p:cNvPr>
          <p:cNvSpPr>
            <a:spLocks xmlns:a="http://schemas.openxmlformats.org/drawingml/2006/main" noGrp="1"/>
          </p:cNvSpPr>
          <p:nvPr/>
        </p:nvSpPr>
        <p:spPr>
          <a:xfrm xmlns:a="http://schemas.openxmlformats.org/drawingml/2006/main">
            <a:off x="6724650" y="407670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526273"/>
                </a:solidFill>
              </a:defRPr>
            </a:pPr>
            <a:r>
              <a:rPr sz="1163" b="0">
                <a:solidFill>
                  <a:srgbClr val="526273"/>
                </a:solidFill>
              </a:rPr>
              <a:t>关联界面描述、执行契约、版本信息与可选路径证明摘要。</a:t>
            </a:r>
          </a:p>
        </p:txBody>
      </p:sp>
      <p:sp>
        <p:nvSpPr>
          <p:cNvPr id="47" name="">
            <a:extLst xmlns:a="http://schemas.openxmlformats.org/drawingml/2006/main">
              <a:ext uri="{FF2B5EF4-FFF2-40B4-BE49-F238E27FC236}">
                <a16:creationId xmlns:a16="http://schemas.microsoft.com/office/drawing/2014/main" id="{E0E9BA8A-F139-4D30-8062-3CE4B55873D7}"/>
              </a:ext>
            </a:extLst>
          </p:cNvPr>
          <p:cNvSpPr>
            <a:spLocks xmlns:a="http://schemas.openxmlformats.org/drawingml/2006/main" noGrp="1"/>
          </p:cNvSpPr>
          <p:nvPr/>
        </p:nvSpPr>
        <p:spPr>
          <a:xfrm xmlns:a="http://schemas.openxmlformats.org/drawingml/2006/main">
            <a:off x="8915400" y="3676650"/>
            <a:ext cx="2590800" cy="1200150"/>
          </a:xfrm>
          <a:prstGeom xmlns:a="http://schemas.openxmlformats.org/drawingml/2006/main" prst="roundRect">
            <a:avLst>
              <a:gd name="adj" fmla="val 9524"/>
            </a:avLst>
          </a:prstGeom>
          <a:solidFill xmlns:a="http://schemas.openxmlformats.org/drawingml/2006/main">
            <a:srgbClr val="0B1F33"/>
          </a:solidFill>
          <a:ln xmlns:a="http://schemas.openxmlformats.org/drawingml/2006/main" w="9525">
            <a:solidFill>
              <a:srgbClr val="0B1F33"/>
            </a:solidFill>
            <a:prstDash val="solid"/>
          </a:ln>
        </p:spPr>
      </p:sp>
      <p:sp>
        <p:nvSpPr>
          <p:cNvPr id="48" name="">
            <a:extLst xmlns:a="http://schemas.openxmlformats.org/drawingml/2006/main">
              <a:ext uri="{FF2B5EF4-FFF2-40B4-BE49-F238E27FC236}">
                <a16:creationId xmlns:a16="http://schemas.microsoft.com/office/drawing/2014/main" id="{74215818-7040-4E10-9CCE-0CB34364CDFB}"/>
              </a:ext>
            </a:extLst>
          </p:cNvPr>
          <p:cNvSpPr>
            <a:spLocks xmlns:a="http://schemas.openxmlformats.org/drawingml/2006/main" noGrp="1"/>
          </p:cNvSpPr>
          <p:nvPr/>
        </p:nvSpPr>
        <p:spPr>
          <a:xfrm xmlns:a="http://schemas.openxmlformats.org/drawingml/2006/main">
            <a:off x="9105900" y="385762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校验门槛</a:t>
            </a:r>
          </a:p>
        </p:txBody>
      </p:sp>
      <p:sp>
        <p:nvSpPr>
          <p:cNvPr id="49" name="">
            <a:extLst xmlns:a="http://schemas.openxmlformats.org/drawingml/2006/main">
              <a:ext uri="{FF2B5EF4-FFF2-40B4-BE49-F238E27FC236}">
                <a16:creationId xmlns:a16="http://schemas.microsoft.com/office/drawing/2014/main" id="{F6C6B228-9012-4E05-AB3D-1A6EB6B55FEA}"/>
              </a:ext>
            </a:extLst>
          </p:cNvPr>
          <p:cNvSpPr>
            <a:spLocks xmlns:a="http://schemas.openxmlformats.org/drawingml/2006/main" noGrp="1"/>
          </p:cNvSpPr>
          <p:nvPr/>
        </p:nvSpPr>
        <p:spPr>
          <a:xfrm xmlns:a="http://schemas.openxmlformats.org/drawingml/2006/main">
            <a:off x="9182100" y="41910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50" name="">
            <a:extLst xmlns:a="http://schemas.openxmlformats.org/drawingml/2006/main">
              <a:ext uri="{FF2B5EF4-FFF2-40B4-BE49-F238E27FC236}">
                <a16:creationId xmlns:a16="http://schemas.microsoft.com/office/drawing/2014/main" id="{BD1DC959-7CDB-4DC5-B272-EDADFA01FBF4}"/>
              </a:ext>
            </a:extLst>
          </p:cNvPr>
          <p:cNvSpPr>
            <a:spLocks xmlns:a="http://schemas.openxmlformats.org/drawingml/2006/main" noGrp="1"/>
          </p:cNvSpPr>
          <p:nvPr/>
        </p:nvSpPr>
        <p:spPr>
          <a:xfrm xmlns:a="http://schemas.openxmlformats.org/drawingml/2006/main">
            <a:off x="9448800" y="417195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65" b="0">
                <a:solidFill>
                  <a:srgbClr val="FFFFFF"/>
                </a:solidFill>
              </a:defRPr>
            </a:pPr>
            <a:r>
              <a:rPr sz="1065" b="0">
                <a:solidFill>
                  <a:srgbClr val="FFFFFF"/>
                </a:solidFill>
              </a:rPr>
              <a:t>路径可达</a:t>
            </a:r>
          </a:p>
        </p:txBody>
      </p:sp>
      <p:sp>
        <p:nvSpPr>
          <p:cNvPr id="51" name="">
            <a:extLst xmlns:a="http://schemas.openxmlformats.org/drawingml/2006/main">
              <a:ext uri="{FF2B5EF4-FFF2-40B4-BE49-F238E27FC236}">
                <a16:creationId xmlns:a16="http://schemas.microsoft.com/office/drawing/2014/main" id="{76C7A67C-3692-4213-96FE-78B596550E47}"/>
              </a:ext>
            </a:extLst>
          </p:cNvPr>
          <p:cNvSpPr>
            <a:spLocks xmlns:a="http://schemas.openxmlformats.org/drawingml/2006/main" noGrp="1"/>
          </p:cNvSpPr>
          <p:nvPr/>
        </p:nvSpPr>
        <p:spPr>
          <a:xfrm xmlns:a="http://schemas.openxmlformats.org/drawingml/2006/main">
            <a:off x="9182100" y="44291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52" name="">
            <a:extLst xmlns:a="http://schemas.openxmlformats.org/drawingml/2006/main">
              <a:ext uri="{FF2B5EF4-FFF2-40B4-BE49-F238E27FC236}">
                <a16:creationId xmlns:a16="http://schemas.microsoft.com/office/drawing/2014/main" id="{FA102121-9DD9-4627-8AB5-2221E711D3CC}"/>
              </a:ext>
            </a:extLst>
          </p:cNvPr>
          <p:cNvSpPr>
            <a:spLocks xmlns:a="http://schemas.openxmlformats.org/drawingml/2006/main" noGrp="1"/>
          </p:cNvSpPr>
          <p:nvPr/>
        </p:nvSpPr>
        <p:spPr>
          <a:xfrm xmlns:a="http://schemas.openxmlformats.org/drawingml/2006/main">
            <a:off x="9448800" y="4410075"/>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65" b="0">
                <a:solidFill>
                  <a:srgbClr val="FFFFFF"/>
                </a:solidFill>
              </a:defRPr>
            </a:pPr>
            <a:r>
              <a:rPr sz="1065" b="0">
                <a:solidFill>
                  <a:srgbClr val="FFFFFF"/>
                </a:solidFill>
              </a:rPr>
              <a:t>写入不冲突</a:t>
            </a:r>
          </a:p>
        </p:txBody>
      </p:sp>
      <p:sp>
        <p:nvSpPr>
          <p:cNvPr id="53" name="">
            <a:extLst xmlns:a="http://schemas.openxmlformats.org/drawingml/2006/main">
              <a:ext uri="{FF2B5EF4-FFF2-40B4-BE49-F238E27FC236}">
                <a16:creationId xmlns:a16="http://schemas.microsoft.com/office/drawing/2014/main" id="{3F5399C2-E1F4-4E86-98C8-67CC9A1678F6}"/>
              </a:ext>
            </a:extLst>
          </p:cNvPr>
          <p:cNvSpPr>
            <a:spLocks xmlns:a="http://schemas.openxmlformats.org/drawingml/2006/main" noGrp="1"/>
          </p:cNvSpPr>
          <p:nvPr/>
        </p:nvSpPr>
        <p:spPr>
          <a:xfrm xmlns:a="http://schemas.openxmlformats.org/drawingml/2006/main">
            <a:off x="9182100" y="46672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54" name="">
            <a:extLst xmlns:a="http://schemas.openxmlformats.org/drawingml/2006/main">
              <a:ext uri="{FF2B5EF4-FFF2-40B4-BE49-F238E27FC236}">
                <a16:creationId xmlns:a16="http://schemas.microsoft.com/office/drawing/2014/main" id="{4B9A3779-9BCA-4313-8F19-E8821B67AC0B}"/>
              </a:ext>
            </a:extLst>
          </p:cNvPr>
          <p:cNvSpPr>
            <a:spLocks xmlns:a="http://schemas.openxmlformats.org/drawingml/2006/main" noGrp="1"/>
          </p:cNvSpPr>
          <p:nvPr/>
        </p:nvSpPr>
        <p:spPr>
          <a:xfrm xmlns:a="http://schemas.openxmlformats.org/drawingml/2006/main">
            <a:off x="9448800" y="46482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65" b="0">
                <a:solidFill>
                  <a:srgbClr val="FFFFFF"/>
                </a:solidFill>
              </a:defRPr>
            </a:pPr>
            <a:r>
              <a:rPr sz="1065" b="0">
                <a:solidFill>
                  <a:srgbClr val="FFFFFF"/>
                </a:solidFill>
              </a:rPr>
              <a:t>无越权字段</a:t>
            </a:r>
          </a:p>
        </p:txBody>
      </p:sp>
      <p:sp>
        <p:nvSpPr>
          <p:cNvPr id="55" name="">
            <a:extLst xmlns:a="http://schemas.openxmlformats.org/drawingml/2006/main">
              <a:ext uri="{FF2B5EF4-FFF2-40B4-BE49-F238E27FC236}">
                <a16:creationId xmlns:a16="http://schemas.microsoft.com/office/drawing/2014/main" id="{7820BEA0-2F48-4B18-BE99-92C094955E36}"/>
              </a:ext>
            </a:extLst>
          </p:cNvPr>
          <p:cNvSpPr>
            <a:spLocks xmlns:a="http://schemas.openxmlformats.org/drawingml/2006/main" noGrp="1"/>
          </p:cNvSpPr>
          <p:nvPr/>
        </p:nvSpPr>
        <p:spPr>
          <a:xfrm xmlns:a="http://schemas.openxmlformats.org/drawingml/2006/main">
            <a:off x="685800" y="5286375"/>
            <a:ext cx="10820400" cy="647700"/>
          </a:xfrm>
          <a:prstGeom xmlns:a="http://schemas.openxmlformats.org/drawingml/2006/main" prst="roundRect">
            <a:avLst>
              <a:gd name="adj" fmla="val 17647"/>
            </a:avLst>
          </a:prstGeom>
          <a:solidFill xmlns:a="http://schemas.openxmlformats.org/drawingml/2006/main">
            <a:srgbClr val="EEF5FF"/>
          </a:solidFill>
          <a:ln xmlns:a="http://schemas.openxmlformats.org/drawingml/2006/main" w="9525">
            <a:solidFill>
              <a:srgbClr val="DCEBFF"/>
            </a:solidFill>
            <a:prstDash val="solid"/>
          </a:ln>
        </p:spPr>
      </p:sp>
      <p:sp>
        <p:nvSpPr>
          <p:cNvPr id="56" name="">
            <a:extLst xmlns:a="http://schemas.openxmlformats.org/drawingml/2006/main">
              <a:ext uri="{FF2B5EF4-FFF2-40B4-BE49-F238E27FC236}">
                <a16:creationId xmlns:a16="http://schemas.microsoft.com/office/drawing/2014/main" id="{04991B71-624E-4147-83E0-62C1D4E9FF41}"/>
              </a:ext>
            </a:extLst>
          </p:cNvPr>
          <p:cNvSpPr>
            <a:spLocks xmlns:a="http://schemas.openxmlformats.org/drawingml/2006/main" noGrp="1"/>
          </p:cNvSpPr>
          <p:nvPr/>
        </p:nvSpPr>
        <p:spPr>
          <a:xfrm xmlns:a="http://schemas.openxmlformats.org/drawingml/2006/main">
            <a:off x="895350" y="5486400"/>
            <a:ext cx="1040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保护重点是因果顺序：契约先行 → 结构投影 → 界面生成 → 跨协议闭环校验，而非两个文件并存。</a:t>
            </a:r>
          </a:p>
        </p:txBody>
      </p:sp>
    </p:spTree>
    <p:extLst>
      <p:ext uri="{BB962C8B-B14F-4D97-AF65-F5344CB8AC3E}">
        <p14:creationId xmlns:p14="http://schemas.microsoft.com/office/powerpoint/2010/main" val="2119001423"/>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EE7F270-1521-409C-87BF-772FF3C8559E}"/>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10">
            <a:extLst xmlns:a="http://schemas.openxmlformats.org/drawingml/2006/main">
              <a:ext uri="{FF2B5EF4-FFF2-40B4-BE49-F238E27FC236}">
                <a16:creationId xmlns:a16="http://schemas.microsoft.com/office/drawing/2014/main" id="{68579F39-BB4D-40F2-B324-F2A85C854B6B}"/>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终端刷新只更新状态，不重新生成界面</a:t>
            </a:r>
          </a:p>
        </p:txBody>
      </p:sp>
      <p:sp>
        <p:nvSpPr>
          <p:cNvPr id="3" name="">
            <a:extLst xmlns:a="http://schemas.openxmlformats.org/drawingml/2006/main">
              <a:ext uri="{FF2B5EF4-FFF2-40B4-BE49-F238E27FC236}">
                <a16:creationId xmlns:a16="http://schemas.microsoft.com/office/drawing/2014/main" id="{DF46C238-7A1A-4348-947E-AC9CEF111343}"/>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EC022A46-3ACB-495C-AABC-B40B293DE7B2}"/>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10</a:t>
            </a:r>
          </a:p>
        </p:txBody>
      </p:sp>
      <p:sp>
        <p:nvSpPr>
          <p:cNvPr id="5" name="">
            <a:extLst xmlns:a="http://schemas.openxmlformats.org/drawingml/2006/main">
              <a:ext uri="{FF2B5EF4-FFF2-40B4-BE49-F238E27FC236}">
                <a16:creationId xmlns:a16="http://schemas.microsoft.com/office/drawing/2014/main" id="{D17B167F-8566-40E6-A6AA-F20867E57439}"/>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F196D38E-4834-4F74-8CAE-1DDDBC18C088}"/>
              </a:ext>
            </a:extLst>
          </p:cNvPr>
          <p:cNvSpPr>
            <a:spLocks xmlns:a="http://schemas.openxmlformats.org/drawingml/2006/main" noGrp="1"/>
          </p:cNvSpPr>
          <p:nvPr/>
        </p:nvSpPr>
        <p:spPr>
          <a:xfrm xmlns:a="http://schemas.openxmlformats.org/drawingml/2006/main">
            <a:off x="1924050" y="1857375"/>
            <a:ext cx="28575" cy="3676650"/>
          </a:xfrm>
          <a:prstGeom xmlns:a="http://schemas.openxmlformats.org/drawingml/2006/main" prst="rect">
            <a:avLst/>
          </a:prstGeom>
          <a:solidFill xmlns:a="http://schemas.openxmlformats.org/drawingml/2006/main">
            <a:srgbClr val="FFF0E3"/>
          </a:solidFill>
          <a:ln xmlns:a="http://schemas.openxmlformats.org/drawingml/2006/main" w="0">
            <a:solidFill>
              <a:srgbClr val="FFF0E3"/>
            </a:solidFill>
            <a:prstDash val="solid"/>
          </a:ln>
        </p:spPr>
      </p:sp>
      <p:sp>
        <p:nvSpPr>
          <p:cNvPr id="7" name="">
            <a:extLst xmlns:a="http://schemas.openxmlformats.org/drawingml/2006/main">
              <a:ext uri="{FF2B5EF4-FFF2-40B4-BE49-F238E27FC236}">
                <a16:creationId xmlns:a16="http://schemas.microsoft.com/office/drawing/2014/main" id="{24BBBF1B-3647-4396-82ED-65BD62325D27}"/>
              </a:ext>
            </a:extLst>
          </p:cNvPr>
          <p:cNvSpPr>
            <a:spLocks xmlns:a="http://schemas.openxmlformats.org/drawingml/2006/main" noGrp="1"/>
          </p:cNvSpPr>
          <p:nvPr/>
        </p:nvSpPr>
        <p:spPr>
          <a:xfrm xmlns:a="http://schemas.openxmlformats.org/drawingml/2006/main">
            <a:off x="819150" y="1524000"/>
            <a:ext cx="504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652E0818-A3B1-48C0-9886-7F3FD837F664}"/>
              </a:ext>
            </a:extLst>
          </p:cNvPr>
          <p:cNvSpPr>
            <a:spLocks xmlns:a="http://schemas.openxmlformats.org/drawingml/2006/main" noGrp="1"/>
          </p:cNvSpPr>
          <p:nvPr/>
        </p:nvSpPr>
        <p:spPr>
          <a:xfrm xmlns:a="http://schemas.openxmlformats.org/drawingml/2006/main">
            <a:off x="685800" y="1638300"/>
            <a:ext cx="514350" cy="3238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9" name="">
            <a:extLst xmlns:a="http://schemas.openxmlformats.org/drawingml/2006/main">
              <a:ext uri="{FF2B5EF4-FFF2-40B4-BE49-F238E27FC236}">
                <a16:creationId xmlns:a16="http://schemas.microsoft.com/office/drawing/2014/main" id="{494CCB8C-DE3C-4125-A359-A1CC06E1F684}"/>
              </a:ext>
            </a:extLst>
          </p:cNvPr>
          <p:cNvSpPr>
            <a:spLocks xmlns:a="http://schemas.openxmlformats.org/drawingml/2006/main" noGrp="1"/>
          </p:cNvSpPr>
          <p:nvPr/>
        </p:nvSpPr>
        <p:spPr>
          <a:xfrm xmlns:a="http://schemas.openxmlformats.org/drawingml/2006/main">
            <a:off x="723900" y="17049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S108</a:t>
            </a:r>
          </a:p>
        </p:txBody>
      </p:sp>
      <p:sp>
        <p:nvSpPr>
          <p:cNvPr id="10" name="">
            <a:extLst xmlns:a="http://schemas.openxmlformats.org/drawingml/2006/main">
              <a:ext uri="{FF2B5EF4-FFF2-40B4-BE49-F238E27FC236}">
                <a16:creationId xmlns:a16="http://schemas.microsoft.com/office/drawing/2014/main" id="{527DB445-D5BA-47D9-8E8F-73628BA51121}"/>
              </a:ext>
            </a:extLst>
          </p:cNvPr>
          <p:cNvSpPr>
            <a:spLocks xmlns:a="http://schemas.openxmlformats.org/drawingml/2006/main" noGrp="1"/>
          </p:cNvSpPr>
          <p:nvPr/>
        </p:nvSpPr>
        <p:spPr>
          <a:xfrm xmlns:a="http://schemas.openxmlformats.org/drawingml/2006/main">
            <a:off x="1371600" y="16002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校验产物与执行环境</a:t>
            </a:r>
          </a:p>
        </p:txBody>
      </p:sp>
      <p:sp>
        <p:nvSpPr>
          <p:cNvPr id="11" name="">
            <a:extLst xmlns:a="http://schemas.openxmlformats.org/drawingml/2006/main">
              <a:ext uri="{FF2B5EF4-FFF2-40B4-BE49-F238E27FC236}">
                <a16:creationId xmlns:a16="http://schemas.microsoft.com/office/drawing/2014/main" id="{47C95A66-FA96-4C7D-AFFD-51926861751A}"/>
              </a:ext>
            </a:extLst>
          </p:cNvPr>
          <p:cNvSpPr>
            <a:spLocks xmlns:a="http://schemas.openxmlformats.org/drawingml/2006/main" noGrp="1"/>
          </p:cNvSpPr>
          <p:nvPr/>
        </p:nvSpPr>
        <p:spPr>
          <a:xfrm xmlns:a="http://schemas.openxmlformats.org/drawingml/2006/main">
            <a:off x="1371600" y="18383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协议版本、摘要与能力可用性</a:t>
            </a:r>
          </a:p>
        </p:txBody>
      </p:sp>
      <p:sp>
        <p:nvSpPr>
          <p:cNvPr id="12" name="">
            <a:extLst xmlns:a="http://schemas.openxmlformats.org/drawingml/2006/main">
              <a:ext uri="{FF2B5EF4-FFF2-40B4-BE49-F238E27FC236}">
                <a16:creationId xmlns:a16="http://schemas.microsoft.com/office/drawing/2014/main" id="{CD17A758-4A2F-40A2-A2E3-68CF95490D61}"/>
              </a:ext>
            </a:extLst>
          </p:cNvPr>
          <p:cNvSpPr>
            <a:spLocks xmlns:a="http://schemas.openxmlformats.org/drawingml/2006/main" noGrp="1"/>
          </p:cNvSpPr>
          <p:nvPr/>
        </p:nvSpPr>
        <p:spPr>
          <a:xfrm xmlns:a="http://schemas.openxmlformats.org/drawingml/2006/main">
            <a:off x="819150" y="2247900"/>
            <a:ext cx="504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5E6CC2DB-6436-4CA1-88E4-B70206E937CF}"/>
              </a:ext>
            </a:extLst>
          </p:cNvPr>
          <p:cNvSpPr>
            <a:spLocks xmlns:a="http://schemas.openxmlformats.org/drawingml/2006/main" noGrp="1"/>
          </p:cNvSpPr>
          <p:nvPr/>
        </p:nvSpPr>
        <p:spPr>
          <a:xfrm xmlns:a="http://schemas.openxmlformats.org/drawingml/2006/main">
            <a:off x="685800" y="2362200"/>
            <a:ext cx="514350" cy="3238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4" name="">
            <a:extLst xmlns:a="http://schemas.openxmlformats.org/drawingml/2006/main">
              <a:ext uri="{FF2B5EF4-FFF2-40B4-BE49-F238E27FC236}">
                <a16:creationId xmlns:a16="http://schemas.microsoft.com/office/drawing/2014/main" id="{2685F13B-AB1F-4BD9-B75A-9B9AB410608D}"/>
              </a:ext>
            </a:extLst>
          </p:cNvPr>
          <p:cNvSpPr>
            <a:spLocks xmlns:a="http://schemas.openxmlformats.org/drawingml/2006/main" noGrp="1"/>
          </p:cNvSpPr>
          <p:nvPr/>
        </p:nvSpPr>
        <p:spPr>
          <a:xfrm xmlns:a="http://schemas.openxmlformats.org/drawingml/2006/main">
            <a:off x="723900" y="24288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S110</a:t>
            </a:r>
          </a:p>
        </p:txBody>
      </p:sp>
      <p:sp>
        <p:nvSpPr>
          <p:cNvPr id="15" name="">
            <a:extLst xmlns:a="http://schemas.openxmlformats.org/drawingml/2006/main">
              <a:ext uri="{FF2B5EF4-FFF2-40B4-BE49-F238E27FC236}">
                <a16:creationId xmlns:a16="http://schemas.microsoft.com/office/drawing/2014/main" id="{8E11F5BB-FBE0-4F87-A9AB-0401BE16CF42}"/>
              </a:ext>
            </a:extLst>
          </p:cNvPr>
          <p:cNvSpPr>
            <a:spLocks xmlns:a="http://schemas.openxmlformats.org/drawingml/2006/main" noGrp="1"/>
          </p:cNvSpPr>
          <p:nvPr/>
        </p:nvSpPr>
        <p:spPr>
          <a:xfrm xmlns:a="http://schemas.openxmlformats.org/drawingml/2006/main">
            <a:off x="1371600" y="23241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读取 dataBinding 并调用能力</a:t>
            </a:r>
          </a:p>
        </p:txBody>
      </p:sp>
      <p:sp>
        <p:nvSpPr>
          <p:cNvPr id="16" name="">
            <a:extLst xmlns:a="http://schemas.openxmlformats.org/drawingml/2006/main">
              <a:ext uri="{FF2B5EF4-FFF2-40B4-BE49-F238E27FC236}">
                <a16:creationId xmlns:a16="http://schemas.microsoft.com/office/drawing/2014/main" id="{D5F7C46A-02F3-4DC4-8D1C-9BDFD571A855}"/>
              </a:ext>
            </a:extLst>
          </p:cNvPr>
          <p:cNvSpPr>
            <a:spLocks xmlns:a="http://schemas.openxmlformats.org/drawingml/2006/main" noGrp="1"/>
          </p:cNvSpPr>
          <p:nvPr/>
        </p:nvSpPr>
        <p:spPr>
          <a:xfrm xmlns:a="http://schemas.openxmlformats.org/drawingml/2006/main">
            <a:off x="1371600" y="25622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真实数据在终端取得</a:t>
            </a:r>
          </a:p>
        </p:txBody>
      </p:sp>
      <p:sp>
        <p:nvSpPr>
          <p:cNvPr id="17" name="">
            <a:extLst xmlns:a="http://schemas.openxmlformats.org/drawingml/2006/main">
              <a:ext uri="{FF2B5EF4-FFF2-40B4-BE49-F238E27FC236}">
                <a16:creationId xmlns:a16="http://schemas.microsoft.com/office/drawing/2014/main" id="{AA14CC57-1C4E-41BD-863D-22BDC63D0548}"/>
              </a:ext>
            </a:extLst>
          </p:cNvPr>
          <p:cNvSpPr>
            <a:spLocks xmlns:a="http://schemas.openxmlformats.org/drawingml/2006/main" noGrp="1"/>
          </p:cNvSpPr>
          <p:nvPr/>
        </p:nvSpPr>
        <p:spPr>
          <a:xfrm xmlns:a="http://schemas.openxmlformats.org/drawingml/2006/main">
            <a:off x="819150" y="2971800"/>
            <a:ext cx="504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C1E62F1A-4B53-48F8-AF91-B711B2438A41}"/>
              </a:ext>
            </a:extLst>
          </p:cNvPr>
          <p:cNvSpPr>
            <a:spLocks xmlns:a="http://schemas.openxmlformats.org/drawingml/2006/main" noGrp="1"/>
          </p:cNvSpPr>
          <p:nvPr/>
        </p:nvSpPr>
        <p:spPr>
          <a:xfrm xmlns:a="http://schemas.openxmlformats.org/drawingml/2006/main">
            <a:off x="685800" y="3086100"/>
            <a:ext cx="514350" cy="3238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9" name="">
            <a:extLst xmlns:a="http://schemas.openxmlformats.org/drawingml/2006/main">
              <a:ext uri="{FF2B5EF4-FFF2-40B4-BE49-F238E27FC236}">
                <a16:creationId xmlns:a16="http://schemas.microsoft.com/office/drawing/2014/main" id="{339EA265-494E-4BBA-8405-968FC3D8A984}"/>
              </a:ext>
            </a:extLst>
          </p:cNvPr>
          <p:cNvSpPr>
            <a:spLocks xmlns:a="http://schemas.openxmlformats.org/drawingml/2006/main" noGrp="1"/>
          </p:cNvSpPr>
          <p:nvPr/>
        </p:nvSpPr>
        <p:spPr>
          <a:xfrm xmlns:a="http://schemas.openxmlformats.org/drawingml/2006/main">
            <a:off x="723900" y="31527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S111</a:t>
            </a:r>
          </a:p>
        </p:txBody>
      </p:sp>
      <p:sp>
        <p:nvSpPr>
          <p:cNvPr id="20" name="">
            <a:extLst xmlns:a="http://schemas.openxmlformats.org/drawingml/2006/main">
              <a:ext uri="{FF2B5EF4-FFF2-40B4-BE49-F238E27FC236}">
                <a16:creationId xmlns:a16="http://schemas.microsoft.com/office/drawing/2014/main" id="{E109BFB1-462A-4FA1-8FBF-85C8CBB75A8B}"/>
              </a:ext>
            </a:extLst>
          </p:cNvPr>
          <p:cNvSpPr>
            <a:spLocks xmlns:a="http://schemas.openxmlformats.org/drawingml/2006/main" noGrp="1"/>
          </p:cNvSpPr>
          <p:nvPr/>
        </p:nvSpPr>
        <p:spPr>
          <a:xfrm xmlns:a="http://schemas.openxmlformats.org/drawingml/2006/main">
            <a:off x="1371600" y="30480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按 output schema 校验 value</a:t>
            </a:r>
          </a:p>
        </p:txBody>
      </p:sp>
      <p:sp>
        <p:nvSpPr>
          <p:cNvPr id="21" name="">
            <a:extLst xmlns:a="http://schemas.openxmlformats.org/drawingml/2006/main">
              <a:ext uri="{FF2B5EF4-FFF2-40B4-BE49-F238E27FC236}">
                <a16:creationId xmlns:a16="http://schemas.microsoft.com/office/drawing/2014/main" id="{D5D5466E-0CFB-42EE-A1D6-81A79FDA1587}"/>
              </a:ext>
            </a:extLst>
          </p:cNvPr>
          <p:cNvSpPr>
            <a:spLocks xmlns:a="http://schemas.openxmlformats.org/drawingml/2006/main" noGrp="1"/>
          </p:cNvSpPr>
          <p:nvPr/>
        </p:nvSpPr>
        <p:spPr>
          <a:xfrm xmlns:a="http://schemas.openxmlformats.org/drawingml/2006/main">
            <a:off x="1371600" y="32861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结构不符则拒绝、降级或归一化</a:t>
            </a:r>
          </a:p>
        </p:txBody>
      </p:sp>
      <p:sp>
        <p:nvSpPr>
          <p:cNvPr id="22" name="">
            <a:extLst xmlns:a="http://schemas.openxmlformats.org/drawingml/2006/main">
              <a:ext uri="{FF2B5EF4-FFF2-40B4-BE49-F238E27FC236}">
                <a16:creationId xmlns:a16="http://schemas.microsoft.com/office/drawing/2014/main" id="{A92B2879-62C6-418A-A4AF-938D99BC8BA5}"/>
              </a:ext>
            </a:extLst>
          </p:cNvPr>
          <p:cNvSpPr>
            <a:spLocks xmlns:a="http://schemas.openxmlformats.org/drawingml/2006/main" noGrp="1"/>
          </p:cNvSpPr>
          <p:nvPr/>
        </p:nvSpPr>
        <p:spPr>
          <a:xfrm xmlns:a="http://schemas.openxmlformats.org/drawingml/2006/main">
            <a:off x="819150" y="3695700"/>
            <a:ext cx="5048250" cy="552450"/>
          </a:xfrm>
          <a:prstGeom xmlns:a="http://schemas.openxmlformats.org/drawingml/2006/main" prst="roundRect">
            <a:avLst>
              <a:gd name="adj" fmla="val 13793"/>
            </a:avLst>
          </a:prstGeom>
          <a:solidFill xmlns:a="http://schemas.openxmlformats.org/drawingml/2006/main">
            <a:srgbClr val="FFF0E3"/>
          </a:solidFill>
          <a:ln xmlns:a="http://schemas.openxmlformats.org/drawingml/2006/main" w="9525">
            <a:solidFill>
              <a:srgbClr val="F6C79C"/>
            </a:solidFill>
            <a:prstDash val="solid"/>
          </a:ln>
        </p:spPr>
      </p:sp>
      <p:sp>
        <p:nvSpPr>
          <p:cNvPr id="23" name="">
            <a:extLst xmlns:a="http://schemas.openxmlformats.org/drawingml/2006/main">
              <a:ext uri="{FF2B5EF4-FFF2-40B4-BE49-F238E27FC236}">
                <a16:creationId xmlns:a16="http://schemas.microsoft.com/office/drawing/2014/main" id="{13B267A0-CC0A-4755-B62C-84FA4E4D637B}"/>
              </a:ext>
            </a:extLst>
          </p:cNvPr>
          <p:cNvSpPr>
            <a:spLocks xmlns:a="http://schemas.openxmlformats.org/drawingml/2006/main" noGrp="1"/>
          </p:cNvSpPr>
          <p:nvPr/>
        </p:nvSpPr>
        <p:spPr>
          <a:xfrm xmlns:a="http://schemas.openxmlformats.org/drawingml/2006/main">
            <a:off x="685800" y="3810000"/>
            <a:ext cx="514350" cy="32385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24" name="">
            <a:extLst xmlns:a="http://schemas.openxmlformats.org/drawingml/2006/main">
              <a:ext uri="{FF2B5EF4-FFF2-40B4-BE49-F238E27FC236}">
                <a16:creationId xmlns:a16="http://schemas.microsoft.com/office/drawing/2014/main" id="{2E610E8D-ADC1-4D10-BEAB-6200036A3ED9}"/>
              </a:ext>
            </a:extLst>
          </p:cNvPr>
          <p:cNvSpPr>
            <a:spLocks xmlns:a="http://schemas.openxmlformats.org/drawingml/2006/main" noGrp="1"/>
          </p:cNvSpPr>
          <p:nvPr/>
        </p:nvSpPr>
        <p:spPr>
          <a:xfrm xmlns:a="http://schemas.openxmlformats.org/drawingml/2006/main">
            <a:off x="723900" y="38766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S112</a:t>
            </a:r>
          </a:p>
        </p:txBody>
      </p:sp>
      <p:sp>
        <p:nvSpPr>
          <p:cNvPr id="25" name="">
            <a:extLst xmlns:a="http://schemas.openxmlformats.org/drawingml/2006/main">
              <a:ext uri="{FF2B5EF4-FFF2-40B4-BE49-F238E27FC236}">
                <a16:creationId xmlns:a16="http://schemas.microsoft.com/office/drawing/2014/main" id="{72DFFEDB-33E6-4490-959F-30F69E19E4E5}"/>
              </a:ext>
            </a:extLst>
          </p:cNvPr>
          <p:cNvSpPr>
            <a:spLocks xmlns:a="http://schemas.openxmlformats.org/drawingml/2006/main" noGrp="1"/>
          </p:cNvSpPr>
          <p:nvPr/>
        </p:nvSpPr>
        <p:spPr>
          <a:xfrm xmlns:a="http://schemas.openxmlformats.org/drawingml/2006/main">
            <a:off x="1371600" y="37719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自动构造 updateDataModel</a:t>
            </a:r>
          </a:p>
        </p:txBody>
      </p:sp>
      <p:sp>
        <p:nvSpPr>
          <p:cNvPr id="26" name="">
            <a:extLst xmlns:a="http://schemas.openxmlformats.org/drawingml/2006/main">
              <a:ext uri="{FF2B5EF4-FFF2-40B4-BE49-F238E27FC236}">
                <a16:creationId xmlns:a16="http://schemas.microsoft.com/office/drawing/2014/main" id="{C14A96DE-D543-4F16-B2BB-A4ECCDE9D713}"/>
              </a:ext>
            </a:extLst>
          </p:cNvPr>
          <p:cNvSpPr>
            <a:spLocks xmlns:a="http://schemas.openxmlformats.org/drawingml/2006/main" noGrp="1"/>
          </p:cNvSpPr>
          <p:nvPr/>
        </p:nvSpPr>
        <p:spPr>
          <a:xfrm xmlns:a="http://schemas.openxmlformats.org/drawingml/2006/main">
            <a:off x="1371600" y="40100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surfaceId + path + value</a:t>
            </a:r>
          </a:p>
        </p:txBody>
      </p:sp>
      <p:sp>
        <p:nvSpPr>
          <p:cNvPr id="27" name="">
            <a:extLst xmlns:a="http://schemas.openxmlformats.org/drawingml/2006/main">
              <a:ext uri="{FF2B5EF4-FFF2-40B4-BE49-F238E27FC236}">
                <a16:creationId xmlns:a16="http://schemas.microsoft.com/office/drawing/2014/main" id="{53741825-E4F0-45EB-9F10-BC86D1C8C634}"/>
              </a:ext>
            </a:extLst>
          </p:cNvPr>
          <p:cNvSpPr>
            <a:spLocks xmlns:a="http://schemas.openxmlformats.org/drawingml/2006/main" noGrp="1"/>
          </p:cNvSpPr>
          <p:nvPr/>
        </p:nvSpPr>
        <p:spPr>
          <a:xfrm xmlns:a="http://schemas.openxmlformats.org/drawingml/2006/main">
            <a:off x="819150" y="4419600"/>
            <a:ext cx="504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28" name="">
            <a:extLst xmlns:a="http://schemas.openxmlformats.org/drawingml/2006/main">
              <a:ext uri="{FF2B5EF4-FFF2-40B4-BE49-F238E27FC236}">
                <a16:creationId xmlns:a16="http://schemas.microsoft.com/office/drawing/2014/main" id="{C858C0B0-D3D5-40A9-A359-46E8FAFBD938}"/>
              </a:ext>
            </a:extLst>
          </p:cNvPr>
          <p:cNvSpPr>
            <a:spLocks xmlns:a="http://schemas.openxmlformats.org/drawingml/2006/main" noGrp="1"/>
          </p:cNvSpPr>
          <p:nvPr/>
        </p:nvSpPr>
        <p:spPr>
          <a:xfrm xmlns:a="http://schemas.openxmlformats.org/drawingml/2006/main">
            <a:off x="685800" y="4533900"/>
            <a:ext cx="514350" cy="3238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29" name="">
            <a:extLst xmlns:a="http://schemas.openxmlformats.org/drawingml/2006/main">
              <a:ext uri="{FF2B5EF4-FFF2-40B4-BE49-F238E27FC236}">
                <a16:creationId xmlns:a16="http://schemas.microsoft.com/office/drawing/2014/main" id="{656A7695-33D8-4825-AA77-EBA7F2B9BBDD}"/>
              </a:ext>
            </a:extLst>
          </p:cNvPr>
          <p:cNvSpPr>
            <a:spLocks xmlns:a="http://schemas.openxmlformats.org/drawingml/2006/main" noGrp="1"/>
          </p:cNvSpPr>
          <p:nvPr/>
        </p:nvSpPr>
        <p:spPr>
          <a:xfrm xmlns:a="http://schemas.openxmlformats.org/drawingml/2006/main">
            <a:off x="723900" y="46005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S113</a:t>
            </a:r>
          </a:p>
        </p:txBody>
      </p:sp>
      <p:sp>
        <p:nvSpPr>
          <p:cNvPr id="30" name="">
            <a:extLst xmlns:a="http://schemas.openxmlformats.org/drawingml/2006/main">
              <a:ext uri="{FF2B5EF4-FFF2-40B4-BE49-F238E27FC236}">
                <a16:creationId xmlns:a16="http://schemas.microsoft.com/office/drawing/2014/main" id="{02F7CA61-DE9F-4D10-A713-CCC557DBDEC9}"/>
              </a:ext>
            </a:extLst>
          </p:cNvPr>
          <p:cNvSpPr>
            <a:spLocks xmlns:a="http://schemas.openxmlformats.org/drawingml/2006/main" noGrp="1"/>
          </p:cNvSpPr>
          <p:nvPr/>
        </p:nvSpPr>
        <p:spPr>
          <a:xfrm xmlns:a="http://schemas.openxmlformats.org/drawingml/2006/main">
            <a:off x="1371600" y="44958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向 A2UI 运行时注入消息</a:t>
            </a:r>
          </a:p>
        </p:txBody>
      </p:sp>
      <p:sp>
        <p:nvSpPr>
          <p:cNvPr id="31" name="">
            <a:extLst xmlns:a="http://schemas.openxmlformats.org/drawingml/2006/main">
              <a:ext uri="{FF2B5EF4-FFF2-40B4-BE49-F238E27FC236}">
                <a16:creationId xmlns:a16="http://schemas.microsoft.com/office/drawing/2014/main" id="{E6F69B01-5F17-4FA1-AC07-0E06B32BAF15}"/>
              </a:ext>
            </a:extLst>
          </p:cNvPr>
          <p:cNvSpPr>
            <a:spLocks xmlns:a="http://schemas.openxmlformats.org/drawingml/2006/main" noGrp="1"/>
          </p:cNvSpPr>
          <p:nvPr/>
        </p:nvSpPr>
        <p:spPr>
          <a:xfrm xmlns:a="http://schemas.openxmlformats.org/drawingml/2006/main">
            <a:off x="1371600" y="47339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更新目标 DataModel 子树</a:t>
            </a:r>
          </a:p>
        </p:txBody>
      </p:sp>
      <p:sp>
        <p:nvSpPr>
          <p:cNvPr id="32" name="">
            <a:extLst xmlns:a="http://schemas.openxmlformats.org/drawingml/2006/main">
              <a:ext uri="{FF2B5EF4-FFF2-40B4-BE49-F238E27FC236}">
                <a16:creationId xmlns:a16="http://schemas.microsoft.com/office/drawing/2014/main" id="{6E4D422D-31A5-4C4C-81A1-5D72D2A35433}"/>
              </a:ext>
            </a:extLst>
          </p:cNvPr>
          <p:cNvSpPr>
            <a:spLocks xmlns:a="http://schemas.openxmlformats.org/drawingml/2006/main" noGrp="1"/>
          </p:cNvSpPr>
          <p:nvPr/>
        </p:nvSpPr>
        <p:spPr>
          <a:xfrm xmlns:a="http://schemas.openxmlformats.org/drawingml/2006/main">
            <a:off x="819150" y="5143500"/>
            <a:ext cx="5048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12AE3B77-0ECD-4245-A5E4-7193A22FEF4F}"/>
              </a:ext>
            </a:extLst>
          </p:cNvPr>
          <p:cNvSpPr>
            <a:spLocks xmlns:a="http://schemas.openxmlformats.org/drawingml/2006/main" noGrp="1"/>
          </p:cNvSpPr>
          <p:nvPr/>
        </p:nvSpPr>
        <p:spPr>
          <a:xfrm xmlns:a="http://schemas.openxmlformats.org/drawingml/2006/main">
            <a:off x="685800" y="5257800"/>
            <a:ext cx="514350" cy="3238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34" name="">
            <a:extLst xmlns:a="http://schemas.openxmlformats.org/drawingml/2006/main">
              <a:ext uri="{FF2B5EF4-FFF2-40B4-BE49-F238E27FC236}">
                <a16:creationId xmlns:a16="http://schemas.microsoft.com/office/drawing/2014/main" id="{28B85FD8-1790-468A-ACA0-4FB59CAB7105}"/>
              </a:ext>
            </a:extLst>
          </p:cNvPr>
          <p:cNvSpPr>
            <a:spLocks xmlns:a="http://schemas.openxmlformats.org/drawingml/2006/main" noGrp="1"/>
          </p:cNvSpPr>
          <p:nvPr/>
        </p:nvSpPr>
        <p:spPr>
          <a:xfrm xmlns:a="http://schemas.openxmlformats.org/drawingml/2006/main">
            <a:off x="723900" y="53244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FFFFFF"/>
                </a:solidFill>
              </a:defRPr>
            </a:pPr>
            <a:r>
              <a:rPr sz="938" b="1">
                <a:solidFill>
                  <a:srgbClr val="FFFFFF"/>
                </a:solidFill>
              </a:rPr>
              <a:t>S114</a:t>
            </a:r>
          </a:p>
        </p:txBody>
      </p:sp>
      <p:sp>
        <p:nvSpPr>
          <p:cNvPr id="35" name="">
            <a:extLst xmlns:a="http://schemas.openxmlformats.org/drawingml/2006/main">
              <a:ext uri="{FF2B5EF4-FFF2-40B4-BE49-F238E27FC236}">
                <a16:creationId xmlns:a16="http://schemas.microsoft.com/office/drawing/2014/main" id="{E9140375-B0A1-4DC3-BE1B-26045A687BF6}"/>
              </a:ext>
            </a:extLst>
          </p:cNvPr>
          <p:cNvSpPr>
            <a:spLocks xmlns:a="http://schemas.openxmlformats.org/drawingml/2006/main" noGrp="1"/>
          </p:cNvSpPr>
          <p:nvPr/>
        </p:nvSpPr>
        <p:spPr>
          <a:xfrm xmlns:a="http://schemas.openxmlformats.org/drawingml/2006/main">
            <a:off x="1371600" y="5219700"/>
            <a:ext cx="274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0B1F33"/>
                </a:solidFill>
              </a:defRPr>
            </a:pPr>
            <a:r>
              <a:rPr sz="1313" b="1">
                <a:solidFill>
                  <a:srgbClr val="0B1F33"/>
                </a:solidFill>
              </a:rPr>
              <a:t>绑定组件响应式刷新</a:t>
            </a:r>
          </a:p>
        </p:txBody>
      </p:sp>
      <p:sp>
        <p:nvSpPr>
          <p:cNvPr id="36" name="">
            <a:extLst xmlns:a="http://schemas.openxmlformats.org/drawingml/2006/main">
              <a:ext uri="{FF2B5EF4-FFF2-40B4-BE49-F238E27FC236}">
                <a16:creationId xmlns:a16="http://schemas.microsoft.com/office/drawing/2014/main" id="{A5F8F9CA-2164-425E-BFCB-83BA08959C63}"/>
              </a:ext>
            </a:extLst>
          </p:cNvPr>
          <p:cNvSpPr>
            <a:spLocks xmlns:a="http://schemas.openxmlformats.org/drawingml/2006/main" noGrp="1"/>
          </p:cNvSpPr>
          <p:nvPr/>
        </p:nvSpPr>
        <p:spPr>
          <a:xfrm xmlns:a="http://schemas.openxmlformats.org/drawingml/2006/main">
            <a:off x="1371600" y="545782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526273"/>
                </a:solidFill>
              </a:defRPr>
            </a:pPr>
            <a:r>
              <a:rPr sz="1088" b="0">
                <a:solidFill>
                  <a:srgbClr val="526273"/>
                </a:solidFill>
              </a:rPr>
              <a:t>下一触发条件满足后重复执行</a:t>
            </a:r>
          </a:p>
        </p:txBody>
      </p:sp>
      <p:sp>
        <p:nvSpPr>
          <p:cNvPr id="37" name="">
            <a:extLst xmlns:a="http://schemas.openxmlformats.org/drawingml/2006/main">
              <a:ext uri="{FF2B5EF4-FFF2-40B4-BE49-F238E27FC236}">
                <a16:creationId xmlns:a16="http://schemas.microsoft.com/office/drawing/2014/main" id="{7704372D-9CF1-43D9-A76A-4056F9BCB984}"/>
              </a:ext>
            </a:extLst>
          </p:cNvPr>
          <p:cNvSpPr>
            <a:spLocks xmlns:a="http://schemas.openxmlformats.org/drawingml/2006/main" noGrp="1"/>
          </p:cNvSpPr>
          <p:nvPr/>
        </p:nvSpPr>
        <p:spPr>
          <a:xfrm xmlns:a="http://schemas.openxmlformats.org/drawingml/2006/main">
            <a:off x="6324600" y="1524000"/>
            <a:ext cx="5181600" cy="1866900"/>
          </a:xfrm>
          <a:prstGeom xmlns:a="http://schemas.openxmlformats.org/drawingml/2006/main" prst="roundRect">
            <a:avLst>
              <a:gd name="adj" fmla="val 6122"/>
            </a:avLst>
          </a:prstGeom>
          <a:solidFill xmlns:a="http://schemas.openxmlformats.org/drawingml/2006/main">
            <a:srgbClr val="0B1F33"/>
          </a:solidFill>
          <a:ln xmlns:a="http://schemas.openxmlformats.org/drawingml/2006/main" w="9525">
            <a:solidFill>
              <a:srgbClr val="0B1F33"/>
            </a:solidFill>
            <a:prstDash val="solid"/>
          </a:ln>
        </p:spPr>
      </p:sp>
      <p:sp>
        <p:nvSpPr>
          <p:cNvPr id="38" name="">
            <a:extLst xmlns:a="http://schemas.openxmlformats.org/drawingml/2006/main">
              <a:ext uri="{FF2B5EF4-FFF2-40B4-BE49-F238E27FC236}">
                <a16:creationId xmlns:a16="http://schemas.microsoft.com/office/drawing/2014/main" id="{CCDA1D80-2232-49F1-981F-793B0AF24B6C}"/>
              </a:ext>
            </a:extLst>
          </p:cNvPr>
          <p:cNvSpPr>
            <a:spLocks xmlns:a="http://schemas.openxmlformats.org/drawingml/2006/main" noGrp="1"/>
          </p:cNvSpPr>
          <p:nvPr/>
        </p:nvSpPr>
        <p:spPr>
          <a:xfrm xmlns:a="http://schemas.openxmlformats.org/drawingml/2006/main">
            <a:off x="6610350" y="1752600"/>
            <a:ext cx="461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defRPr>
            </a:pPr>
            <a:r>
              <a:rPr sz="1650" b="1">
                <a:solidFill>
                  <a:srgbClr val="FFFFFF"/>
                </a:solidFill>
              </a:rPr>
              <a:t>刷新循环中不会发生</a:t>
            </a:r>
          </a:p>
        </p:txBody>
      </p:sp>
      <p:sp>
        <p:nvSpPr>
          <p:cNvPr id="39" name="">
            <a:extLst xmlns:a="http://schemas.openxmlformats.org/drawingml/2006/main">
              <a:ext uri="{FF2B5EF4-FFF2-40B4-BE49-F238E27FC236}">
                <a16:creationId xmlns:a16="http://schemas.microsoft.com/office/drawing/2014/main" id="{8D25D9A3-A18D-481D-ABA2-B80695E221AC}"/>
              </a:ext>
            </a:extLst>
          </p:cNvPr>
          <p:cNvSpPr>
            <a:spLocks xmlns:a="http://schemas.openxmlformats.org/drawingml/2006/main" noGrp="1"/>
          </p:cNvSpPr>
          <p:nvPr/>
        </p:nvSpPr>
        <p:spPr>
          <a:xfrm xmlns:a="http://schemas.openxmlformats.org/drawingml/2006/main">
            <a:off x="6610350" y="22288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40" name="">
            <a:extLst xmlns:a="http://schemas.openxmlformats.org/drawingml/2006/main">
              <a:ext uri="{FF2B5EF4-FFF2-40B4-BE49-F238E27FC236}">
                <a16:creationId xmlns:a16="http://schemas.microsoft.com/office/drawing/2014/main" id="{B4D27CC8-12E0-43E2-A424-109333DD6214}"/>
              </a:ext>
            </a:extLst>
          </p:cNvPr>
          <p:cNvSpPr>
            <a:spLocks xmlns:a="http://schemas.openxmlformats.org/drawingml/2006/main" noGrp="1"/>
          </p:cNvSpPr>
          <p:nvPr/>
        </p:nvSpPr>
        <p:spPr>
          <a:xfrm xmlns:a="http://schemas.openxmlformats.org/drawingml/2006/main">
            <a:off x="6877050" y="2209800"/>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FFFFF"/>
                </a:solidFill>
              </a:defRPr>
            </a:pPr>
            <a:r>
              <a:rPr sz="1275" b="0">
                <a:solidFill>
                  <a:srgbClr val="FFFFFF"/>
                </a:solidFill>
              </a:rPr>
              <a:t>不重新调用界面生成模型</a:t>
            </a:r>
          </a:p>
        </p:txBody>
      </p:sp>
      <p:sp>
        <p:nvSpPr>
          <p:cNvPr id="41" name="">
            <a:extLst xmlns:a="http://schemas.openxmlformats.org/drawingml/2006/main">
              <a:ext uri="{FF2B5EF4-FFF2-40B4-BE49-F238E27FC236}">
                <a16:creationId xmlns:a16="http://schemas.microsoft.com/office/drawing/2014/main" id="{7457F760-519E-43AC-BD05-46877C4C314E}"/>
              </a:ext>
            </a:extLst>
          </p:cNvPr>
          <p:cNvSpPr>
            <a:spLocks xmlns:a="http://schemas.openxmlformats.org/drawingml/2006/main" noGrp="1"/>
          </p:cNvSpPr>
          <p:nvPr/>
        </p:nvSpPr>
        <p:spPr>
          <a:xfrm xmlns:a="http://schemas.openxmlformats.org/drawingml/2006/main">
            <a:off x="6610350" y="261937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42" name="">
            <a:extLst xmlns:a="http://schemas.openxmlformats.org/drawingml/2006/main">
              <a:ext uri="{FF2B5EF4-FFF2-40B4-BE49-F238E27FC236}">
                <a16:creationId xmlns:a16="http://schemas.microsoft.com/office/drawing/2014/main" id="{F8A0B415-B0C4-4DB4-B472-D2A4077DD35B}"/>
              </a:ext>
            </a:extLst>
          </p:cNvPr>
          <p:cNvSpPr>
            <a:spLocks xmlns:a="http://schemas.openxmlformats.org/drawingml/2006/main" noGrp="1"/>
          </p:cNvSpPr>
          <p:nvPr/>
        </p:nvSpPr>
        <p:spPr>
          <a:xfrm xmlns:a="http://schemas.openxmlformats.org/drawingml/2006/main">
            <a:off x="6877050" y="2600325"/>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FFFFF"/>
                </a:solidFill>
              </a:defRPr>
            </a:pPr>
            <a:r>
              <a:rPr sz="1275" b="0">
                <a:solidFill>
                  <a:srgbClr val="FFFFFF"/>
                </a:solidFill>
              </a:rPr>
              <a:t>不重新生成或下发完整组件树</a:t>
            </a:r>
          </a:p>
        </p:txBody>
      </p:sp>
      <p:sp>
        <p:nvSpPr>
          <p:cNvPr id="43" name="">
            <a:extLst xmlns:a="http://schemas.openxmlformats.org/drawingml/2006/main">
              <a:ext uri="{FF2B5EF4-FFF2-40B4-BE49-F238E27FC236}">
                <a16:creationId xmlns:a16="http://schemas.microsoft.com/office/drawing/2014/main" id="{02D43DD2-084C-46EE-A124-9220D4C20158}"/>
              </a:ext>
            </a:extLst>
          </p:cNvPr>
          <p:cNvSpPr>
            <a:spLocks xmlns:a="http://schemas.openxmlformats.org/drawingml/2006/main" noGrp="1"/>
          </p:cNvSpPr>
          <p:nvPr/>
        </p:nvSpPr>
        <p:spPr>
          <a:xfrm xmlns:a="http://schemas.openxmlformats.org/drawingml/2006/main">
            <a:off x="6610350" y="30099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7FC4FF"/>
                </a:solidFill>
              </a:defRPr>
            </a:pPr>
            <a:r>
              <a:rPr sz="825" b="0">
                <a:solidFill>
                  <a:srgbClr val="7FC4FF"/>
                </a:solidFill>
              </a:rPr>
              <a:t>●</a:t>
            </a:r>
          </a:p>
        </p:txBody>
      </p:sp>
      <p:sp>
        <p:nvSpPr>
          <p:cNvPr id="44" name="">
            <a:extLst xmlns:a="http://schemas.openxmlformats.org/drawingml/2006/main">
              <a:ext uri="{FF2B5EF4-FFF2-40B4-BE49-F238E27FC236}">
                <a16:creationId xmlns:a16="http://schemas.microsoft.com/office/drawing/2014/main" id="{963ECA72-6A6B-453A-A61E-8B8C3EE4EB7F}"/>
              </a:ext>
            </a:extLst>
          </p:cNvPr>
          <p:cNvSpPr>
            <a:spLocks xmlns:a="http://schemas.openxmlformats.org/drawingml/2006/main" noGrp="1"/>
          </p:cNvSpPr>
          <p:nvPr/>
        </p:nvSpPr>
        <p:spPr>
          <a:xfrm xmlns:a="http://schemas.openxmlformats.org/drawingml/2006/main">
            <a:off x="6877050" y="2990850"/>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FFFFF"/>
                </a:solidFill>
              </a:defRPr>
            </a:pPr>
            <a:r>
              <a:rPr sz="1275" b="0">
                <a:solidFill>
                  <a:srgbClr val="FFFFFF"/>
                </a:solidFill>
              </a:rPr>
              <a:t>不默认把真实运行数据传回生成端</a:t>
            </a:r>
          </a:p>
        </p:txBody>
      </p:sp>
      <p:sp>
        <p:nvSpPr>
          <p:cNvPr id="45" name="">
            <a:extLst xmlns:a="http://schemas.openxmlformats.org/drawingml/2006/main">
              <a:ext uri="{FF2B5EF4-FFF2-40B4-BE49-F238E27FC236}">
                <a16:creationId xmlns:a16="http://schemas.microsoft.com/office/drawing/2014/main" id="{B85936D3-7394-4E39-9D53-EC4078F2493D}"/>
              </a:ext>
            </a:extLst>
          </p:cNvPr>
          <p:cNvSpPr>
            <a:spLocks xmlns:a="http://schemas.openxmlformats.org/drawingml/2006/main" noGrp="1"/>
          </p:cNvSpPr>
          <p:nvPr/>
        </p:nvSpPr>
        <p:spPr>
          <a:xfrm xmlns:a="http://schemas.openxmlformats.org/drawingml/2006/main">
            <a:off x="6324600" y="3638550"/>
            <a:ext cx="5181600" cy="18859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6DEE8"/>
            </a:solidFill>
            <a:prstDash val="solid"/>
          </a:ln>
        </p:spPr>
      </p:sp>
      <p:sp>
        <p:nvSpPr>
          <p:cNvPr id="46" name="">
            <a:extLst xmlns:a="http://schemas.openxmlformats.org/drawingml/2006/main">
              <a:ext uri="{FF2B5EF4-FFF2-40B4-BE49-F238E27FC236}">
                <a16:creationId xmlns:a16="http://schemas.microsoft.com/office/drawing/2014/main" id="{80DDC72B-53D7-4EF2-A894-FD7CACD4E0AC}"/>
              </a:ext>
            </a:extLst>
          </p:cNvPr>
          <p:cNvSpPr>
            <a:spLocks xmlns:a="http://schemas.openxmlformats.org/drawingml/2006/main" noGrp="1"/>
          </p:cNvSpPr>
          <p:nvPr/>
        </p:nvSpPr>
        <p:spPr>
          <a:xfrm xmlns:a="http://schemas.openxmlformats.org/drawingml/2006/main">
            <a:off x="6610350" y="3867150"/>
            <a:ext cx="461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B1F33"/>
                </a:solidFill>
              </a:defRPr>
            </a:pPr>
            <a:r>
              <a:rPr sz="1650" b="1">
                <a:solidFill>
                  <a:srgbClr val="0B1F33"/>
                </a:solidFill>
              </a:rPr>
              <a:t>能力不可用时的降级原则</a:t>
            </a:r>
          </a:p>
        </p:txBody>
      </p:sp>
      <p:sp>
        <p:nvSpPr>
          <p:cNvPr id="47" name="">
            <a:extLst xmlns:a="http://schemas.openxmlformats.org/drawingml/2006/main">
              <a:ext uri="{FF2B5EF4-FFF2-40B4-BE49-F238E27FC236}">
                <a16:creationId xmlns:a16="http://schemas.microsoft.com/office/drawing/2014/main" id="{DC7E8742-F4A8-49A7-A6BE-DE9C6A5CAAF8}"/>
              </a:ext>
            </a:extLst>
          </p:cNvPr>
          <p:cNvSpPr>
            <a:spLocks xmlns:a="http://schemas.openxmlformats.org/drawingml/2006/main" noGrp="1"/>
          </p:cNvSpPr>
          <p:nvPr/>
        </p:nvSpPr>
        <p:spPr>
          <a:xfrm xmlns:a="http://schemas.openxmlformats.org/drawingml/2006/main">
            <a:off x="6610350" y="434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48" name="">
            <a:extLst xmlns:a="http://schemas.openxmlformats.org/drawingml/2006/main">
              <a:ext uri="{FF2B5EF4-FFF2-40B4-BE49-F238E27FC236}">
                <a16:creationId xmlns:a16="http://schemas.microsoft.com/office/drawing/2014/main" id="{357BA036-DF79-47AA-B1A5-AA213940265C}"/>
              </a:ext>
            </a:extLst>
          </p:cNvPr>
          <p:cNvSpPr>
            <a:spLocks xmlns:a="http://schemas.openxmlformats.org/drawingml/2006/main" noGrp="1"/>
          </p:cNvSpPr>
          <p:nvPr/>
        </p:nvSpPr>
        <p:spPr>
          <a:xfrm xmlns:a="http://schemas.openxmlformats.org/drawingml/2006/main">
            <a:off x="6877050" y="4324350"/>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使用未过期缓存，或隐藏对应动态区域</a:t>
            </a:r>
          </a:p>
        </p:txBody>
      </p:sp>
      <p:sp>
        <p:nvSpPr>
          <p:cNvPr id="49" name="">
            <a:extLst xmlns:a="http://schemas.openxmlformats.org/drawingml/2006/main">
              <a:ext uri="{FF2B5EF4-FFF2-40B4-BE49-F238E27FC236}">
                <a16:creationId xmlns:a16="http://schemas.microsoft.com/office/drawing/2014/main" id="{523177A6-8A1E-4A93-A88A-2CE66938BBF9}"/>
              </a:ext>
            </a:extLst>
          </p:cNvPr>
          <p:cNvSpPr>
            <a:spLocks xmlns:a="http://schemas.openxmlformats.org/drawingml/2006/main" noGrp="1"/>
          </p:cNvSpPr>
          <p:nvPr/>
        </p:nvSpPr>
        <p:spPr>
          <a:xfrm xmlns:a="http://schemas.openxmlformats.org/drawingml/2006/main">
            <a:off x="6610350" y="47339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50" name="">
            <a:extLst xmlns:a="http://schemas.openxmlformats.org/drawingml/2006/main">
              <a:ext uri="{FF2B5EF4-FFF2-40B4-BE49-F238E27FC236}">
                <a16:creationId xmlns:a16="http://schemas.microsoft.com/office/drawing/2014/main" id="{F982F559-300F-4D9D-9894-00BF67EF6E51}"/>
              </a:ext>
            </a:extLst>
          </p:cNvPr>
          <p:cNvSpPr>
            <a:spLocks xmlns:a="http://schemas.openxmlformats.org/drawingml/2006/main" noGrp="1"/>
          </p:cNvSpPr>
          <p:nvPr/>
        </p:nvSpPr>
        <p:spPr>
          <a:xfrm xmlns:a="http://schemas.openxmlformats.org/drawingml/2006/main">
            <a:off x="6877050" y="4714875"/>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替换为静态说明或保留应用入口</a:t>
            </a:r>
          </a:p>
        </p:txBody>
      </p:sp>
      <p:sp>
        <p:nvSpPr>
          <p:cNvPr id="51" name="">
            <a:extLst xmlns:a="http://schemas.openxmlformats.org/drawingml/2006/main">
              <a:ext uri="{FF2B5EF4-FFF2-40B4-BE49-F238E27FC236}">
                <a16:creationId xmlns:a16="http://schemas.microsoft.com/office/drawing/2014/main" id="{4CAB9A61-20CF-47FB-9A68-40EBB4281F9F}"/>
              </a:ext>
            </a:extLst>
          </p:cNvPr>
          <p:cNvSpPr>
            <a:spLocks xmlns:a="http://schemas.openxmlformats.org/drawingml/2006/main" noGrp="1"/>
          </p:cNvSpPr>
          <p:nvPr/>
        </p:nvSpPr>
        <p:spPr>
          <a:xfrm xmlns:a="http://schemas.openxmlformats.org/drawingml/2006/main">
            <a:off x="6610350" y="51244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52" name="">
            <a:extLst xmlns:a="http://schemas.openxmlformats.org/drawingml/2006/main">
              <a:ext uri="{FF2B5EF4-FFF2-40B4-BE49-F238E27FC236}">
                <a16:creationId xmlns:a16="http://schemas.microsoft.com/office/drawing/2014/main" id="{1CD8DE55-FE98-4240-BDAD-5469F067A597}"/>
              </a:ext>
            </a:extLst>
          </p:cNvPr>
          <p:cNvSpPr>
            <a:spLocks xmlns:a="http://schemas.openxmlformats.org/drawingml/2006/main" noGrp="1"/>
          </p:cNvSpPr>
          <p:nvPr/>
        </p:nvSpPr>
        <p:spPr>
          <a:xfrm xmlns:a="http://schemas.openxmlformats.org/drawingml/2006/main">
            <a:off x="6877050" y="5105400"/>
            <a:ext cx="407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同步清理悬空绑定，不伪造数据</a:t>
            </a:r>
          </a:p>
        </p:txBody>
      </p:sp>
      <p:sp>
        <p:nvSpPr>
          <p:cNvPr id="53" name="">
            <a:extLst xmlns:a="http://schemas.openxmlformats.org/drawingml/2006/main">
              <a:ext uri="{FF2B5EF4-FFF2-40B4-BE49-F238E27FC236}">
                <a16:creationId xmlns:a16="http://schemas.microsoft.com/office/drawing/2014/main" id="{9E78C4CF-BA70-41A0-8D56-0DE98DF5A58B}"/>
              </a:ext>
            </a:extLst>
          </p:cNvPr>
          <p:cNvSpPr>
            <a:spLocks xmlns:a="http://schemas.openxmlformats.org/drawingml/2006/main" noGrp="1"/>
          </p:cNvSpPr>
          <p:nvPr/>
        </p:nvSpPr>
        <p:spPr>
          <a:xfrm xmlns:a="http://schemas.openxmlformats.org/drawingml/2006/main">
            <a:off x="7867650" y="5810250"/>
            <a:ext cx="2381250" cy="285750"/>
          </a:xfrm>
          <a:prstGeom xmlns:a="http://schemas.openxmlformats.org/drawingml/2006/main" prst="roundRect">
            <a:avLst>
              <a:gd name="adj" fmla="val 50000"/>
            </a:avLst>
          </a:prstGeom>
          <a:solidFill xmlns:a="http://schemas.openxmlformats.org/drawingml/2006/main">
            <a:srgbClr val="DDF5F0"/>
          </a:solidFill>
          <a:ln xmlns:a="http://schemas.openxmlformats.org/drawingml/2006/main" w="9525">
            <a:solidFill>
              <a:srgbClr val="DDF5F0"/>
            </a:solidFill>
            <a:prstDash val="solid"/>
          </a:ln>
        </p:spPr>
      </p:sp>
      <p:sp>
        <p:nvSpPr>
          <p:cNvPr id="54" name="">
            <a:extLst xmlns:a="http://schemas.openxmlformats.org/drawingml/2006/main">
              <a:ext uri="{FF2B5EF4-FFF2-40B4-BE49-F238E27FC236}">
                <a16:creationId xmlns:a16="http://schemas.microsoft.com/office/drawing/2014/main" id="{52EDE231-B938-4EAB-B9CB-E398BFE1DF0A}"/>
              </a:ext>
            </a:extLst>
          </p:cNvPr>
          <p:cNvSpPr>
            <a:spLocks xmlns:a="http://schemas.openxmlformats.org/drawingml/2006/main" noGrp="1"/>
          </p:cNvSpPr>
          <p:nvPr/>
        </p:nvSpPr>
        <p:spPr>
          <a:xfrm xmlns:a="http://schemas.openxmlformats.org/drawingml/2006/main">
            <a:off x="7943850" y="5857875"/>
            <a:ext cx="2228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59E87"/>
                </a:solidFill>
              </a:defRPr>
            </a:pPr>
            <a:r>
              <a:rPr sz="1050" b="1">
                <a:solidFill>
                  <a:srgbClr val="159E87"/>
                </a:solidFill>
              </a:rPr>
              <a:t>一次生成，多次端侧刷新</a:t>
            </a:r>
          </a:p>
        </p:txBody>
      </p:sp>
    </p:spTree>
    <p:extLst>
      <p:ext uri="{BB962C8B-B14F-4D97-AF65-F5344CB8AC3E}">
        <p14:creationId xmlns:p14="http://schemas.microsoft.com/office/powerpoint/2010/main" val="1650955005"/>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01E4722-2260-4764-A29F-DF4118787983}"/>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二、技术方案</a:t>
            </a:r>
          </a:p>
        </p:txBody>
      </p:sp>
      <p:sp>
        <p:nvSpPr>
          <p:cNvPr id="2" name="title-11">
            <a:extLst xmlns:a="http://schemas.openxmlformats.org/drawingml/2006/main">
              <a:ext uri="{FF2B5EF4-FFF2-40B4-BE49-F238E27FC236}">
                <a16:creationId xmlns:a16="http://schemas.microsoft.com/office/drawing/2014/main" id="{0C5458CA-D108-46A7-83BD-CFBBC52E253A}"/>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天气日程卡片展示完整的生产—更新—消费闭环</a:t>
            </a:r>
          </a:p>
        </p:txBody>
      </p:sp>
      <p:sp>
        <p:nvSpPr>
          <p:cNvPr id="3" name="">
            <a:extLst xmlns:a="http://schemas.openxmlformats.org/drawingml/2006/main">
              <a:ext uri="{FF2B5EF4-FFF2-40B4-BE49-F238E27FC236}">
                <a16:creationId xmlns:a16="http://schemas.microsoft.com/office/drawing/2014/main" id="{48F95B76-DFAD-4EF5-A480-B221479183F4}"/>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A66CA4E7-7CAD-4151-B441-039A5CAA49A8}"/>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11</a:t>
            </a:r>
          </a:p>
        </p:txBody>
      </p:sp>
      <p:sp>
        <p:nvSpPr>
          <p:cNvPr id="5" name="">
            <a:extLst xmlns:a="http://schemas.openxmlformats.org/drawingml/2006/main">
              <a:ext uri="{FF2B5EF4-FFF2-40B4-BE49-F238E27FC236}">
                <a16:creationId xmlns:a16="http://schemas.microsoft.com/office/drawing/2014/main" id="{F3BE892B-D11F-4028-8A39-921B663D4AB2}"/>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59063FF5-5A53-40A4-B40F-0FC7A86061E7}"/>
              </a:ext>
            </a:extLst>
          </p:cNvPr>
          <p:cNvSpPr>
            <a:spLocks xmlns:a="http://schemas.openxmlformats.org/drawingml/2006/main" noGrp="1"/>
          </p:cNvSpPr>
          <p:nvPr/>
        </p:nvSpPr>
        <p:spPr>
          <a:xfrm xmlns:a="http://schemas.openxmlformats.org/drawingml/2006/main">
            <a:off x="3181350" y="2952750"/>
            <a:ext cx="6858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7" name="">
            <a:extLst xmlns:a="http://schemas.openxmlformats.org/drawingml/2006/main">
              <a:ext uri="{FF2B5EF4-FFF2-40B4-BE49-F238E27FC236}">
                <a16:creationId xmlns:a16="http://schemas.microsoft.com/office/drawing/2014/main" id="{FA6F178E-EC6B-477A-89D6-B42FFCDD242E}"/>
              </a:ext>
            </a:extLst>
          </p:cNvPr>
          <p:cNvSpPr>
            <a:spLocks xmlns:a="http://schemas.openxmlformats.org/drawingml/2006/main" noGrp="1"/>
          </p:cNvSpPr>
          <p:nvPr/>
        </p:nvSpPr>
        <p:spPr>
          <a:xfrm xmlns:a="http://schemas.openxmlformats.org/drawingml/2006/main">
            <a:off x="3181350" y="4705350"/>
            <a:ext cx="685800" cy="28575"/>
          </a:xfrm>
          <a:prstGeom xmlns:a="http://schemas.openxmlformats.org/drawingml/2006/main" prst="rect">
            <a:avLst/>
          </a:prstGeom>
          <a:solidFill xmlns:a="http://schemas.openxmlformats.org/drawingml/2006/main">
            <a:srgbClr val="DCEBFF"/>
          </a:solidFill>
          <a:ln xmlns:a="http://schemas.openxmlformats.org/drawingml/2006/main" w="0">
            <a:solidFill>
              <a:srgbClr val="DCEBFF"/>
            </a:solidFill>
            <a:prstDash val="solid"/>
          </a:ln>
        </p:spPr>
      </p:sp>
      <p:sp>
        <p:nvSpPr>
          <p:cNvPr id="8" name="">
            <a:extLst xmlns:a="http://schemas.openxmlformats.org/drawingml/2006/main">
              <a:ext uri="{FF2B5EF4-FFF2-40B4-BE49-F238E27FC236}">
                <a16:creationId xmlns:a16="http://schemas.microsoft.com/office/drawing/2014/main" id="{14BCD8AB-D7D0-45A0-B561-BFE6557B4226}"/>
              </a:ext>
            </a:extLst>
          </p:cNvPr>
          <p:cNvSpPr>
            <a:spLocks xmlns:a="http://schemas.openxmlformats.org/drawingml/2006/main" noGrp="1"/>
          </p:cNvSpPr>
          <p:nvPr/>
        </p:nvSpPr>
        <p:spPr>
          <a:xfrm xmlns:a="http://schemas.openxmlformats.org/drawingml/2006/main">
            <a:off x="6591300" y="2952750"/>
            <a:ext cx="685800" cy="2857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9" name="">
            <a:extLst xmlns:a="http://schemas.openxmlformats.org/drawingml/2006/main">
              <a:ext uri="{FF2B5EF4-FFF2-40B4-BE49-F238E27FC236}">
                <a16:creationId xmlns:a16="http://schemas.microsoft.com/office/drawing/2014/main" id="{E8CA19EC-BFDC-4361-9F87-2D4FCAED1900}"/>
              </a:ext>
            </a:extLst>
          </p:cNvPr>
          <p:cNvSpPr>
            <a:spLocks xmlns:a="http://schemas.openxmlformats.org/drawingml/2006/main" noGrp="1"/>
          </p:cNvSpPr>
          <p:nvPr/>
        </p:nvSpPr>
        <p:spPr>
          <a:xfrm xmlns:a="http://schemas.openxmlformats.org/drawingml/2006/main">
            <a:off x="6591300" y="4705350"/>
            <a:ext cx="685800" cy="28575"/>
          </a:xfrm>
          <a:prstGeom xmlns:a="http://schemas.openxmlformats.org/drawingml/2006/main" prst="rect">
            <a:avLst/>
          </a:prstGeom>
          <a:solidFill xmlns:a="http://schemas.openxmlformats.org/drawingml/2006/main">
            <a:srgbClr val="F6C79C"/>
          </a:solidFill>
          <a:ln xmlns:a="http://schemas.openxmlformats.org/drawingml/2006/main" w="0">
            <a:solidFill>
              <a:srgbClr val="F6C79C"/>
            </a:solidFill>
            <a:prstDash val="solid"/>
          </a:ln>
        </p:spPr>
      </p:sp>
      <p:sp>
        <p:nvSpPr>
          <p:cNvPr id="10" name="">
            <a:extLst xmlns:a="http://schemas.openxmlformats.org/drawingml/2006/main">
              <a:ext uri="{FF2B5EF4-FFF2-40B4-BE49-F238E27FC236}">
                <a16:creationId xmlns:a16="http://schemas.microsoft.com/office/drawing/2014/main" id="{8B5EFDE5-A923-408A-ACE8-AC9948DDC65D}"/>
              </a:ext>
            </a:extLst>
          </p:cNvPr>
          <p:cNvSpPr>
            <a:spLocks xmlns:a="http://schemas.openxmlformats.org/drawingml/2006/main" noGrp="1"/>
          </p:cNvSpPr>
          <p:nvPr/>
        </p:nvSpPr>
        <p:spPr>
          <a:xfrm xmlns:a="http://schemas.openxmlformats.org/drawingml/2006/main">
            <a:off x="68580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F6FEB"/>
                </a:solidFill>
              </a:defRPr>
            </a:pPr>
            <a:r>
              <a:rPr sz="1500" b="1">
                <a:solidFill>
                  <a:srgbClr val="1F6FEB"/>
                </a:solidFill>
              </a:rPr>
              <a:t>生成端仅持有结构</a:t>
            </a:r>
          </a:p>
        </p:txBody>
      </p:sp>
      <p:sp>
        <p:nvSpPr>
          <p:cNvPr id="11" name="">
            <a:extLst xmlns:a="http://schemas.openxmlformats.org/drawingml/2006/main">
              <a:ext uri="{FF2B5EF4-FFF2-40B4-BE49-F238E27FC236}">
                <a16:creationId xmlns:a16="http://schemas.microsoft.com/office/drawing/2014/main" id="{ED7071A6-4D95-4757-8CE8-7D6E844B355B}"/>
              </a:ext>
            </a:extLst>
          </p:cNvPr>
          <p:cNvSpPr>
            <a:spLocks xmlns:a="http://schemas.openxmlformats.org/drawingml/2006/main" noGrp="1"/>
          </p:cNvSpPr>
          <p:nvPr/>
        </p:nvSpPr>
        <p:spPr>
          <a:xfrm xmlns:a="http://schemas.openxmlformats.org/drawingml/2006/main">
            <a:off x="38671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E9842B"/>
                </a:solidFill>
              </a:defRPr>
            </a:pPr>
            <a:r>
              <a:rPr sz="1500" b="1">
                <a:solidFill>
                  <a:srgbClr val="E9842B"/>
                </a:solidFill>
              </a:rPr>
              <a:t>端侧每次刷新执行</a:t>
            </a:r>
          </a:p>
        </p:txBody>
      </p:sp>
      <p:sp>
        <p:nvSpPr>
          <p:cNvPr id="12" name="">
            <a:extLst xmlns:a="http://schemas.openxmlformats.org/drawingml/2006/main">
              <a:ext uri="{FF2B5EF4-FFF2-40B4-BE49-F238E27FC236}">
                <a16:creationId xmlns:a16="http://schemas.microsoft.com/office/drawing/2014/main" id="{E7AE8567-7A68-4AEE-B23B-BA242470D143}"/>
              </a:ext>
            </a:extLst>
          </p:cNvPr>
          <p:cNvSpPr>
            <a:spLocks xmlns:a="http://schemas.openxmlformats.org/drawingml/2006/main" noGrp="1"/>
          </p:cNvSpPr>
          <p:nvPr/>
        </p:nvSpPr>
        <p:spPr>
          <a:xfrm xmlns:a="http://schemas.openxmlformats.org/drawingml/2006/main">
            <a:off x="727710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59E87"/>
                </a:solidFill>
              </a:defRPr>
            </a:pPr>
            <a:r>
              <a:rPr sz="1500" b="1">
                <a:solidFill>
                  <a:srgbClr val="159E87"/>
                </a:solidFill>
              </a:rPr>
              <a:t>A2UI 运行时消费</a:t>
            </a:r>
          </a:p>
        </p:txBody>
      </p:sp>
      <p:sp>
        <p:nvSpPr>
          <p:cNvPr id="13" name="">
            <a:extLst xmlns:a="http://schemas.openxmlformats.org/drawingml/2006/main">
              <a:ext uri="{FF2B5EF4-FFF2-40B4-BE49-F238E27FC236}">
                <a16:creationId xmlns:a16="http://schemas.microsoft.com/office/drawing/2014/main" id="{91236386-C7E9-43B5-B39E-D41350578E20}"/>
              </a:ext>
            </a:extLst>
          </p:cNvPr>
          <p:cNvSpPr>
            <a:spLocks xmlns:a="http://schemas.openxmlformats.org/drawingml/2006/main" noGrp="1"/>
          </p:cNvSpPr>
          <p:nvPr/>
        </p:nvSpPr>
        <p:spPr>
          <a:xfrm xmlns:a="http://schemas.openxmlformats.org/drawingml/2006/main">
            <a:off x="685800" y="1962150"/>
            <a:ext cx="2495550" cy="1333500"/>
          </a:xfrm>
          <a:prstGeom xmlns:a="http://schemas.openxmlformats.org/drawingml/2006/main" prst="roundRect">
            <a:avLst>
              <a:gd name="adj" fmla="val 8571"/>
            </a:avLst>
          </a:prstGeom>
          <a:solidFill xmlns:a="http://schemas.openxmlformats.org/drawingml/2006/main">
            <a:srgbClr val="EEF5FF"/>
          </a:solidFill>
          <a:ln xmlns:a="http://schemas.openxmlformats.org/drawingml/2006/main" w="9525">
            <a:solidFill>
              <a:srgbClr val="DCEBFF"/>
            </a:solidFill>
            <a:prstDash val="solid"/>
          </a:ln>
        </p:spPr>
      </p:sp>
      <p:sp>
        <p:nvSpPr>
          <p:cNvPr id="14" name="">
            <a:extLst xmlns:a="http://schemas.openxmlformats.org/drawingml/2006/main">
              <a:ext uri="{FF2B5EF4-FFF2-40B4-BE49-F238E27FC236}">
                <a16:creationId xmlns:a16="http://schemas.microsoft.com/office/drawing/2014/main" id="{11156F48-CD36-4EB2-B12B-44E9D4F8549A}"/>
              </a:ext>
            </a:extLst>
          </p:cNvPr>
          <p:cNvSpPr>
            <a:spLocks xmlns:a="http://schemas.openxmlformats.org/drawingml/2006/main" noGrp="1"/>
          </p:cNvSpPr>
          <p:nvPr/>
        </p:nvSpPr>
        <p:spPr>
          <a:xfrm xmlns:a="http://schemas.openxmlformats.org/drawingml/2006/main">
            <a:off x="895350" y="213360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天气 dataBinding</a:t>
            </a:r>
          </a:p>
        </p:txBody>
      </p:sp>
      <p:sp>
        <p:nvSpPr>
          <p:cNvPr id="15" name="">
            <a:extLst xmlns:a="http://schemas.openxmlformats.org/drawingml/2006/main">
              <a:ext uri="{FF2B5EF4-FFF2-40B4-BE49-F238E27FC236}">
                <a16:creationId xmlns:a16="http://schemas.microsoft.com/office/drawing/2014/main" id="{3E8C2A5D-3A5A-45A7-931F-538A34AA96EC}"/>
              </a:ext>
            </a:extLst>
          </p:cNvPr>
          <p:cNvSpPr>
            <a:spLocks xmlns:a="http://schemas.openxmlformats.org/drawingml/2006/main" noGrp="1"/>
          </p:cNvSpPr>
          <p:nvPr/>
        </p:nvSpPr>
        <p:spPr>
          <a:xfrm xmlns:a="http://schemas.openxmlformats.org/drawingml/2006/main">
            <a:off x="990600" y="24955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0">
                <a:solidFill>
                  <a:srgbClr val="526273"/>
                </a:solidFill>
              </a:defRPr>
            </a:pPr>
            <a:r>
              <a:rPr sz="1163" b="0">
                <a:solidFill>
                  <a:srgbClr val="526273"/>
                </a:solidFill>
              </a:rPr>
              <a:t>能力：天气查询</a:t>
            </a:r>
          </a:p>
          <a:p xmlns:a="http://schemas.openxmlformats.org/drawingml/2006/main">
            <a:pPr algn="ctr">
              <a:defRPr sz="1163" b="0">
                <a:solidFill>
                  <a:srgbClr val="526273"/>
                </a:solidFill>
              </a:defRPr>
            </a:pPr>
            <a:r>
              <a:rPr sz="1163" b="0">
                <a:solidFill>
                  <a:srgbClr val="526273"/>
                </a:solidFill>
              </a:rPr>
              <a:t>路径：/weather</a:t>
            </a:r>
          </a:p>
          <a:p xmlns:a="http://schemas.openxmlformats.org/drawingml/2006/main">
            <a:pPr algn="ctr">
              <a:defRPr sz="1163" b="0">
                <a:solidFill>
                  <a:srgbClr val="526273"/>
                </a:solidFill>
              </a:defRPr>
            </a:pPr>
            <a:r>
              <a:rPr sz="1163" b="0">
                <a:solidFill>
                  <a:srgbClr val="526273"/>
                </a:solidFill>
              </a:rPr>
              <a:t>输出：温度、天气现象</a:t>
            </a:r>
          </a:p>
        </p:txBody>
      </p:sp>
      <p:sp>
        <p:nvSpPr>
          <p:cNvPr id="16" name="">
            <a:extLst xmlns:a="http://schemas.openxmlformats.org/drawingml/2006/main">
              <a:ext uri="{FF2B5EF4-FFF2-40B4-BE49-F238E27FC236}">
                <a16:creationId xmlns:a16="http://schemas.microsoft.com/office/drawing/2014/main" id="{A3322782-BCA8-42B0-87DD-7CD71E473FB4}"/>
              </a:ext>
            </a:extLst>
          </p:cNvPr>
          <p:cNvSpPr>
            <a:spLocks xmlns:a="http://schemas.openxmlformats.org/drawingml/2006/main" noGrp="1"/>
          </p:cNvSpPr>
          <p:nvPr/>
        </p:nvSpPr>
        <p:spPr>
          <a:xfrm xmlns:a="http://schemas.openxmlformats.org/drawingml/2006/main">
            <a:off x="685800" y="3714750"/>
            <a:ext cx="2495550" cy="1333500"/>
          </a:xfrm>
          <a:prstGeom xmlns:a="http://schemas.openxmlformats.org/drawingml/2006/main" prst="roundRect">
            <a:avLst>
              <a:gd name="adj" fmla="val 8571"/>
            </a:avLst>
          </a:prstGeom>
          <a:solidFill xmlns:a="http://schemas.openxmlformats.org/drawingml/2006/main">
            <a:srgbClr val="EEF5FF"/>
          </a:solidFill>
          <a:ln xmlns:a="http://schemas.openxmlformats.org/drawingml/2006/main" w="9525">
            <a:solidFill>
              <a:srgbClr val="DCEBFF"/>
            </a:solidFill>
            <a:prstDash val="solid"/>
          </a:ln>
        </p:spPr>
      </p:sp>
      <p:sp>
        <p:nvSpPr>
          <p:cNvPr id="17" name="">
            <a:extLst xmlns:a="http://schemas.openxmlformats.org/drawingml/2006/main">
              <a:ext uri="{FF2B5EF4-FFF2-40B4-BE49-F238E27FC236}">
                <a16:creationId xmlns:a16="http://schemas.microsoft.com/office/drawing/2014/main" id="{60E99F12-5A0A-4DC0-941B-B2B052B0ADF5}"/>
              </a:ext>
            </a:extLst>
          </p:cNvPr>
          <p:cNvSpPr>
            <a:spLocks xmlns:a="http://schemas.openxmlformats.org/drawingml/2006/main" noGrp="1"/>
          </p:cNvSpPr>
          <p:nvPr/>
        </p:nvSpPr>
        <p:spPr>
          <a:xfrm xmlns:a="http://schemas.openxmlformats.org/drawingml/2006/main">
            <a:off x="895350" y="388620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日历 dataBinding</a:t>
            </a:r>
          </a:p>
        </p:txBody>
      </p:sp>
      <p:sp>
        <p:nvSpPr>
          <p:cNvPr id="18" name="">
            <a:extLst xmlns:a="http://schemas.openxmlformats.org/drawingml/2006/main">
              <a:ext uri="{FF2B5EF4-FFF2-40B4-BE49-F238E27FC236}">
                <a16:creationId xmlns:a16="http://schemas.microsoft.com/office/drawing/2014/main" id="{6D507B11-7D3B-4CF4-8AC3-AF5206AB9B2E}"/>
              </a:ext>
            </a:extLst>
          </p:cNvPr>
          <p:cNvSpPr>
            <a:spLocks xmlns:a="http://schemas.openxmlformats.org/drawingml/2006/main" noGrp="1"/>
          </p:cNvSpPr>
          <p:nvPr/>
        </p:nvSpPr>
        <p:spPr>
          <a:xfrm xmlns:a="http://schemas.openxmlformats.org/drawingml/2006/main">
            <a:off x="990600" y="42481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0">
                <a:solidFill>
                  <a:srgbClr val="526273"/>
                </a:solidFill>
              </a:defRPr>
            </a:pPr>
            <a:r>
              <a:rPr sz="1163" b="0">
                <a:solidFill>
                  <a:srgbClr val="526273"/>
                </a:solidFill>
              </a:rPr>
              <a:t>能力：日历查询</a:t>
            </a:r>
          </a:p>
          <a:p xmlns:a="http://schemas.openxmlformats.org/drawingml/2006/main">
            <a:pPr algn="ctr">
              <a:defRPr sz="1163" b="0">
                <a:solidFill>
                  <a:srgbClr val="526273"/>
                </a:solidFill>
              </a:defRPr>
            </a:pPr>
            <a:r>
              <a:rPr sz="1163" b="0">
                <a:solidFill>
                  <a:srgbClr val="526273"/>
                </a:solidFill>
              </a:rPr>
              <a:t>路径：/calendar</a:t>
            </a:r>
          </a:p>
          <a:p xmlns:a="http://schemas.openxmlformats.org/drawingml/2006/main">
            <a:pPr algn="ctr">
              <a:defRPr sz="1163" b="0">
                <a:solidFill>
                  <a:srgbClr val="526273"/>
                </a:solidFill>
              </a:defRPr>
            </a:pPr>
            <a:r>
              <a:rPr sz="1163" b="0">
                <a:solidFill>
                  <a:srgbClr val="526273"/>
                </a:solidFill>
              </a:rPr>
              <a:t>输出：标题、开始时间</a:t>
            </a:r>
          </a:p>
        </p:txBody>
      </p:sp>
      <p:sp>
        <p:nvSpPr>
          <p:cNvPr id="19" name="">
            <a:extLst xmlns:a="http://schemas.openxmlformats.org/drawingml/2006/main">
              <a:ext uri="{FF2B5EF4-FFF2-40B4-BE49-F238E27FC236}">
                <a16:creationId xmlns:a16="http://schemas.microsoft.com/office/drawing/2014/main" id="{0B81869E-9D53-450F-BDD2-896BB3739D3E}"/>
              </a:ext>
            </a:extLst>
          </p:cNvPr>
          <p:cNvSpPr>
            <a:spLocks xmlns:a="http://schemas.openxmlformats.org/drawingml/2006/main" noGrp="1"/>
          </p:cNvSpPr>
          <p:nvPr/>
        </p:nvSpPr>
        <p:spPr>
          <a:xfrm xmlns:a="http://schemas.openxmlformats.org/drawingml/2006/main">
            <a:off x="3295650" y="23812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20" name="">
            <a:extLst xmlns:a="http://schemas.openxmlformats.org/drawingml/2006/main">
              <a:ext uri="{FF2B5EF4-FFF2-40B4-BE49-F238E27FC236}">
                <a16:creationId xmlns:a16="http://schemas.microsoft.com/office/drawing/2014/main" id="{EF948BD1-E3DD-4551-BCD2-9913B0CECEBA}"/>
              </a:ext>
            </a:extLst>
          </p:cNvPr>
          <p:cNvSpPr>
            <a:spLocks xmlns:a="http://schemas.openxmlformats.org/drawingml/2006/main" noGrp="1"/>
          </p:cNvSpPr>
          <p:nvPr/>
        </p:nvSpPr>
        <p:spPr>
          <a:xfrm xmlns:a="http://schemas.openxmlformats.org/drawingml/2006/main">
            <a:off x="3867150" y="1962150"/>
            <a:ext cx="2724150" cy="1333500"/>
          </a:xfrm>
          <a:prstGeom xmlns:a="http://schemas.openxmlformats.org/drawingml/2006/main" prst="roundRect">
            <a:avLst>
              <a:gd name="adj" fmla="val 8571"/>
            </a:avLst>
          </a:prstGeom>
          <a:solidFill xmlns:a="http://schemas.openxmlformats.org/drawingml/2006/main">
            <a:srgbClr val="FFF0E3"/>
          </a:solidFill>
          <a:ln xmlns:a="http://schemas.openxmlformats.org/drawingml/2006/main" w="9525">
            <a:solidFill>
              <a:srgbClr val="F6C79C"/>
            </a:solidFill>
            <a:prstDash val="solid"/>
          </a:ln>
        </p:spPr>
      </p:sp>
      <p:sp>
        <p:nvSpPr>
          <p:cNvPr id="21" name="">
            <a:extLst xmlns:a="http://schemas.openxmlformats.org/drawingml/2006/main">
              <a:ext uri="{FF2B5EF4-FFF2-40B4-BE49-F238E27FC236}">
                <a16:creationId xmlns:a16="http://schemas.microsoft.com/office/drawing/2014/main" id="{D9EAC125-0871-473B-80D7-957FB53F8553}"/>
              </a:ext>
            </a:extLst>
          </p:cNvPr>
          <p:cNvSpPr>
            <a:spLocks xmlns:a="http://schemas.openxmlformats.org/drawingml/2006/main" noGrp="1"/>
          </p:cNvSpPr>
          <p:nvPr/>
        </p:nvSpPr>
        <p:spPr>
          <a:xfrm xmlns:a="http://schemas.openxmlformats.org/drawingml/2006/main">
            <a:off x="4076700" y="2133600"/>
            <a:ext cx="2305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9842B"/>
                </a:solidFill>
              </a:defRPr>
            </a:pPr>
            <a:r>
              <a:rPr sz="1350" b="1">
                <a:solidFill>
                  <a:srgbClr val="E9842B"/>
                </a:solidFill>
              </a:rPr>
              <a:t>调用天气能力</a:t>
            </a:r>
          </a:p>
        </p:txBody>
      </p:sp>
      <p:sp>
        <p:nvSpPr>
          <p:cNvPr id="22" name="">
            <a:extLst xmlns:a="http://schemas.openxmlformats.org/drawingml/2006/main">
              <a:ext uri="{FF2B5EF4-FFF2-40B4-BE49-F238E27FC236}">
                <a16:creationId xmlns:a16="http://schemas.microsoft.com/office/drawing/2014/main" id="{F73D9B72-E7FF-4CA2-9336-C432CBF95862}"/>
              </a:ext>
            </a:extLst>
          </p:cNvPr>
          <p:cNvSpPr>
            <a:spLocks xmlns:a="http://schemas.openxmlformats.org/drawingml/2006/main" noGrp="1"/>
          </p:cNvSpPr>
          <p:nvPr/>
        </p:nvSpPr>
        <p:spPr>
          <a:xfrm xmlns:a="http://schemas.openxmlformats.org/drawingml/2006/main">
            <a:off x="4171950" y="2495550"/>
            <a:ext cx="2114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0">
                <a:solidFill>
                  <a:srgbClr val="526273"/>
                </a:solidFill>
              </a:defRPr>
            </a:pPr>
            <a:r>
              <a:rPr sz="1163" b="0">
                <a:solidFill>
                  <a:srgbClr val="526273"/>
                </a:solidFill>
              </a:rPr>
              <a:t>校验 output schema</a:t>
            </a:r>
          </a:p>
          <a:p xmlns:a="http://schemas.openxmlformats.org/drawingml/2006/main">
            <a:pPr algn="ctr">
              <a:defRPr sz="1163" b="0">
                <a:solidFill>
                  <a:srgbClr val="526273"/>
                </a:solidFill>
              </a:defRPr>
            </a:pPr>
            <a:r>
              <a:rPr sz="1163" b="0">
                <a:solidFill>
                  <a:srgbClr val="526273"/>
                </a:solidFill>
              </a:rPr>
              <a:t>构造 updateDataModel</a:t>
            </a:r>
          </a:p>
          <a:p xmlns:a="http://schemas.openxmlformats.org/drawingml/2006/main">
            <a:pPr algn="ctr">
              <a:defRPr sz="1163" b="0">
                <a:solidFill>
                  <a:srgbClr val="526273"/>
                </a:solidFill>
              </a:defRPr>
            </a:pPr>
            <a:r>
              <a:rPr sz="1163" b="0">
                <a:solidFill>
                  <a:srgbClr val="526273"/>
                </a:solidFill>
              </a:rPr>
              <a:t>path=/weather</a:t>
            </a:r>
          </a:p>
        </p:txBody>
      </p:sp>
      <p:sp>
        <p:nvSpPr>
          <p:cNvPr id="23" name="">
            <a:extLst xmlns:a="http://schemas.openxmlformats.org/drawingml/2006/main">
              <a:ext uri="{FF2B5EF4-FFF2-40B4-BE49-F238E27FC236}">
                <a16:creationId xmlns:a16="http://schemas.microsoft.com/office/drawing/2014/main" id="{8DAA6256-875E-4725-8ECC-F16A36C62402}"/>
              </a:ext>
            </a:extLst>
          </p:cNvPr>
          <p:cNvSpPr>
            <a:spLocks xmlns:a="http://schemas.openxmlformats.org/drawingml/2006/main" noGrp="1"/>
          </p:cNvSpPr>
          <p:nvPr/>
        </p:nvSpPr>
        <p:spPr>
          <a:xfrm xmlns:a="http://schemas.openxmlformats.org/drawingml/2006/main">
            <a:off x="3295650" y="41338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E9842B"/>
                </a:solidFill>
              </a:defRPr>
            </a:pPr>
            <a:r>
              <a:rPr sz="2100" b="1">
                <a:solidFill>
                  <a:srgbClr val="E9842B"/>
                </a:solidFill>
              </a:rPr>
              <a:t>→</a:t>
            </a:r>
          </a:p>
        </p:txBody>
      </p:sp>
      <p:sp>
        <p:nvSpPr>
          <p:cNvPr id="24" name="">
            <a:extLst xmlns:a="http://schemas.openxmlformats.org/drawingml/2006/main">
              <a:ext uri="{FF2B5EF4-FFF2-40B4-BE49-F238E27FC236}">
                <a16:creationId xmlns:a16="http://schemas.microsoft.com/office/drawing/2014/main" id="{F6EACDC5-5A38-4A81-A300-9EAA9C4C4786}"/>
              </a:ext>
            </a:extLst>
          </p:cNvPr>
          <p:cNvSpPr>
            <a:spLocks xmlns:a="http://schemas.openxmlformats.org/drawingml/2006/main" noGrp="1"/>
          </p:cNvSpPr>
          <p:nvPr/>
        </p:nvSpPr>
        <p:spPr>
          <a:xfrm xmlns:a="http://schemas.openxmlformats.org/drawingml/2006/main">
            <a:off x="3867150" y="3714750"/>
            <a:ext cx="2724150" cy="1333500"/>
          </a:xfrm>
          <a:prstGeom xmlns:a="http://schemas.openxmlformats.org/drawingml/2006/main" prst="roundRect">
            <a:avLst>
              <a:gd name="adj" fmla="val 8571"/>
            </a:avLst>
          </a:prstGeom>
          <a:solidFill xmlns:a="http://schemas.openxmlformats.org/drawingml/2006/main">
            <a:srgbClr val="FFF0E3"/>
          </a:solidFill>
          <a:ln xmlns:a="http://schemas.openxmlformats.org/drawingml/2006/main" w="9525">
            <a:solidFill>
              <a:srgbClr val="F6C79C"/>
            </a:solidFill>
            <a:prstDash val="solid"/>
          </a:ln>
        </p:spPr>
      </p:sp>
      <p:sp>
        <p:nvSpPr>
          <p:cNvPr id="25" name="">
            <a:extLst xmlns:a="http://schemas.openxmlformats.org/drawingml/2006/main">
              <a:ext uri="{FF2B5EF4-FFF2-40B4-BE49-F238E27FC236}">
                <a16:creationId xmlns:a16="http://schemas.microsoft.com/office/drawing/2014/main" id="{897D548F-428F-438C-9AA7-25A92293C868}"/>
              </a:ext>
            </a:extLst>
          </p:cNvPr>
          <p:cNvSpPr>
            <a:spLocks xmlns:a="http://schemas.openxmlformats.org/drawingml/2006/main" noGrp="1"/>
          </p:cNvSpPr>
          <p:nvPr/>
        </p:nvSpPr>
        <p:spPr>
          <a:xfrm xmlns:a="http://schemas.openxmlformats.org/drawingml/2006/main">
            <a:off x="4076700" y="3886200"/>
            <a:ext cx="2305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9842B"/>
                </a:solidFill>
              </a:defRPr>
            </a:pPr>
            <a:r>
              <a:rPr sz="1350" b="1">
                <a:solidFill>
                  <a:srgbClr val="E9842B"/>
                </a:solidFill>
              </a:rPr>
              <a:t>调用日历能力</a:t>
            </a:r>
          </a:p>
        </p:txBody>
      </p:sp>
      <p:sp>
        <p:nvSpPr>
          <p:cNvPr id="26" name="">
            <a:extLst xmlns:a="http://schemas.openxmlformats.org/drawingml/2006/main">
              <a:ext uri="{FF2B5EF4-FFF2-40B4-BE49-F238E27FC236}">
                <a16:creationId xmlns:a16="http://schemas.microsoft.com/office/drawing/2014/main" id="{A85B6BFB-F368-496C-9408-D74ADC26B52A}"/>
              </a:ext>
            </a:extLst>
          </p:cNvPr>
          <p:cNvSpPr>
            <a:spLocks xmlns:a="http://schemas.openxmlformats.org/drawingml/2006/main" noGrp="1"/>
          </p:cNvSpPr>
          <p:nvPr/>
        </p:nvSpPr>
        <p:spPr>
          <a:xfrm xmlns:a="http://schemas.openxmlformats.org/drawingml/2006/main">
            <a:off x="4171950" y="4248150"/>
            <a:ext cx="2114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0">
                <a:solidFill>
                  <a:srgbClr val="526273"/>
                </a:solidFill>
              </a:defRPr>
            </a:pPr>
            <a:r>
              <a:rPr sz="1163" b="0">
                <a:solidFill>
                  <a:srgbClr val="526273"/>
                </a:solidFill>
              </a:rPr>
              <a:t>校验 output schema</a:t>
            </a:r>
          </a:p>
          <a:p xmlns:a="http://schemas.openxmlformats.org/drawingml/2006/main">
            <a:pPr algn="ctr">
              <a:defRPr sz="1163" b="0">
                <a:solidFill>
                  <a:srgbClr val="526273"/>
                </a:solidFill>
              </a:defRPr>
            </a:pPr>
            <a:r>
              <a:rPr sz="1163" b="0">
                <a:solidFill>
                  <a:srgbClr val="526273"/>
                </a:solidFill>
              </a:rPr>
              <a:t>构造 updateDataModel</a:t>
            </a:r>
          </a:p>
          <a:p xmlns:a="http://schemas.openxmlformats.org/drawingml/2006/main">
            <a:pPr algn="ctr">
              <a:defRPr sz="1163" b="0">
                <a:solidFill>
                  <a:srgbClr val="526273"/>
                </a:solidFill>
              </a:defRPr>
            </a:pPr>
            <a:r>
              <a:rPr sz="1163" b="0">
                <a:solidFill>
                  <a:srgbClr val="526273"/>
                </a:solidFill>
              </a:rPr>
              <a:t>path=/calendar</a:t>
            </a:r>
          </a:p>
        </p:txBody>
      </p:sp>
      <p:sp>
        <p:nvSpPr>
          <p:cNvPr id="27" name="">
            <a:extLst xmlns:a="http://schemas.openxmlformats.org/drawingml/2006/main">
              <a:ext uri="{FF2B5EF4-FFF2-40B4-BE49-F238E27FC236}">
                <a16:creationId xmlns:a16="http://schemas.microsoft.com/office/drawing/2014/main" id="{D3D238F6-63C2-4780-B286-5F3B1DB27597}"/>
              </a:ext>
            </a:extLst>
          </p:cNvPr>
          <p:cNvSpPr>
            <a:spLocks xmlns:a="http://schemas.openxmlformats.org/drawingml/2006/main" noGrp="1"/>
          </p:cNvSpPr>
          <p:nvPr/>
        </p:nvSpPr>
        <p:spPr>
          <a:xfrm xmlns:a="http://schemas.openxmlformats.org/drawingml/2006/main">
            <a:off x="6705600" y="23812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59E87"/>
                </a:solidFill>
              </a:defRPr>
            </a:pPr>
            <a:r>
              <a:rPr sz="2100" b="1">
                <a:solidFill>
                  <a:srgbClr val="159E87"/>
                </a:solidFill>
              </a:rPr>
              <a:t>→</a:t>
            </a:r>
          </a:p>
        </p:txBody>
      </p:sp>
      <p:sp>
        <p:nvSpPr>
          <p:cNvPr id="28" name="">
            <a:extLst xmlns:a="http://schemas.openxmlformats.org/drawingml/2006/main">
              <a:ext uri="{FF2B5EF4-FFF2-40B4-BE49-F238E27FC236}">
                <a16:creationId xmlns:a16="http://schemas.microsoft.com/office/drawing/2014/main" id="{F6F93321-8090-409B-96C0-28C8A643C469}"/>
              </a:ext>
            </a:extLst>
          </p:cNvPr>
          <p:cNvSpPr>
            <a:spLocks xmlns:a="http://schemas.openxmlformats.org/drawingml/2006/main" noGrp="1"/>
          </p:cNvSpPr>
          <p:nvPr/>
        </p:nvSpPr>
        <p:spPr>
          <a:xfrm xmlns:a="http://schemas.openxmlformats.org/drawingml/2006/main">
            <a:off x="7277100" y="1962150"/>
            <a:ext cx="2647950" cy="1333500"/>
          </a:xfrm>
          <a:prstGeom xmlns:a="http://schemas.openxmlformats.org/drawingml/2006/main" prst="roundRect">
            <a:avLst>
              <a:gd name="adj" fmla="val 8571"/>
            </a:avLst>
          </a:prstGeom>
          <a:solidFill xmlns:a="http://schemas.openxmlformats.org/drawingml/2006/main">
            <a:srgbClr val="DDF5F0"/>
          </a:solidFill>
          <a:ln xmlns:a="http://schemas.openxmlformats.org/drawingml/2006/main" w="9525">
            <a:solidFill>
              <a:srgbClr val="9FDACF"/>
            </a:solidFill>
            <a:prstDash val="solid"/>
          </a:ln>
        </p:spPr>
      </p:sp>
      <p:sp>
        <p:nvSpPr>
          <p:cNvPr id="29" name="">
            <a:extLst xmlns:a="http://schemas.openxmlformats.org/drawingml/2006/main">
              <a:ext uri="{FF2B5EF4-FFF2-40B4-BE49-F238E27FC236}">
                <a16:creationId xmlns:a16="http://schemas.microsoft.com/office/drawing/2014/main" id="{9324D75D-9F4A-400E-AB2E-3F74E87EBA22}"/>
              </a:ext>
            </a:extLst>
          </p:cNvPr>
          <p:cNvSpPr>
            <a:spLocks xmlns:a="http://schemas.openxmlformats.org/drawingml/2006/main" noGrp="1"/>
          </p:cNvSpPr>
          <p:nvPr/>
        </p:nvSpPr>
        <p:spPr>
          <a:xfrm xmlns:a="http://schemas.openxmlformats.org/drawingml/2006/main">
            <a:off x="7486650" y="220980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59E87"/>
                </a:solidFill>
              </a:defRPr>
            </a:pPr>
            <a:r>
              <a:rPr sz="1500" b="1">
                <a:solidFill>
                  <a:srgbClr val="159E87"/>
                </a:solidFill>
              </a:rPr>
              <a:t>/weather 子树</a:t>
            </a:r>
          </a:p>
        </p:txBody>
      </p:sp>
      <p:sp>
        <p:nvSpPr>
          <p:cNvPr id="30" name="">
            <a:extLst xmlns:a="http://schemas.openxmlformats.org/drawingml/2006/main">
              <a:ext uri="{FF2B5EF4-FFF2-40B4-BE49-F238E27FC236}">
                <a16:creationId xmlns:a16="http://schemas.microsoft.com/office/drawing/2014/main" id="{46006FC3-5F8C-4C3B-91D6-74AF3DC64C8F}"/>
              </a:ext>
            </a:extLst>
          </p:cNvPr>
          <p:cNvSpPr>
            <a:spLocks xmlns:a="http://schemas.openxmlformats.org/drawingml/2006/main" noGrp="1"/>
          </p:cNvSpPr>
          <p:nvPr/>
        </p:nvSpPr>
        <p:spPr>
          <a:xfrm xmlns:a="http://schemas.openxmlformats.org/drawingml/2006/main">
            <a:off x="7543800" y="2619375"/>
            <a:ext cx="2114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273"/>
                </a:solidFill>
              </a:defRPr>
            </a:pPr>
            <a:r>
              <a:rPr sz="1200" b="0">
                <a:solidFill>
                  <a:srgbClr val="526273"/>
                </a:solidFill>
              </a:rPr>
              <a:t>温度与天气现象组件刷新</a:t>
            </a:r>
          </a:p>
        </p:txBody>
      </p:sp>
      <p:sp>
        <p:nvSpPr>
          <p:cNvPr id="31" name="">
            <a:extLst xmlns:a="http://schemas.openxmlformats.org/drawingml/2006/main">
              <a:ext uri="{FF2B5EF4-FFF2-40B4-BE49-F238E27FC236}">
                <a16:creationId xmlns:a16="http://schemas.microsoft.com/office/drawing/2014/main" id="{4D7B4DA5-EDDD-4CDD-97CD-9A534765B72F}"/>
              </a:ext>
            </a:extLst>
          </p:cNvPr>
          <p:cNvSpPr>
            <a:spLocks xmlns:a="http://schemas.openxmlformats.org/drawingml/2006/main" noGrp="1"/>
          </p:cNvSpPr>
          <p:nvPr/>
        </p:nvSpPr>
        <p:spPr>
          <a:xfrm xmlns:a="http://schemas.openxmlformats.org/drawingml/2006/main">
            <a:off x="6705600" y="41338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59E87"/>
                </a:solidFill>
              </a:defRPr>
            </a:pPr>
            <a:r>
              <a:rPr sz="2100" b="1">
                <a:solidFill>
                  <a:srgbClr val="159E87"/>
                </a:solidFill>
              </a:rPr>
              <a:t>→</a:t>
            </a:r>
          </a:p>
        </p:txBody>
      </p:sp>
      <p:sp>
        <p:nvSpPr>
          <p:cNvPr id="32" name="">
            <a:extLst xmlns:a="http://schemas.openxmlformats.org/drawingml/2006/main">
              <a:ext uri="{FF2B5EF4-FFF2-40B4-BE49-F238E27FC236}">
                <a16:creationId xmlns:a16="http://schemas.microsoft.com/office/drawing/2014/main" id="{703072A1-D3AF-42E3-81CE-3EEBFC0B9B2F}"/>
              </a:ext>
            </a:extLst>
          </p:cNvPr>
          <p:cNvSpPr>
            <a:spLocks xmlns:a="http://schemas.openxmlformats.org/drawingml/2006/main" noGrp="1"/>
          </p:cNvSpPr>
          <p:nvPr/>
        </p:nvSpPr>
        <p:spPr>
          <a:xfrm xmlns:a="http://schemas.openxmlformats.org/drawingml/2006/main">
            <a:off x="7277100" y="3714750"/>
            <a:ext cx="2647950" cy="1333500"/>
          </a:xfrm>
          <a:prstGeom xmlns:a="http://schemas.openxmlformats.org/drawingml/2006/main" prst="roundRect">
            <a:avLst>
              <a:gd name="adj" fmla="val 8571"/>
            </a:avLst>
          </a:prstGeom>
          <a:solidFill xmlns:a="http://schemas.openxmlformats.org/drawingml/2006/main">
            <a:srgbClr val="DDF5F0"/>
          </a:solidFill>
          <a:ln xmlns:a="http://schemas.openxmlformats.org/drawingml/2006/main" w="9525">
            <a:solidFill>
              <a:srgbClr val="9FDACF"/>
            </a:solidFill>
            <a:prstDash val="solid"/>
          </a:ln>
        </p:spPr>
      </p:sp>
      <p:sp>
        <p:nvSpPr>
          <p:cNvPr id="33" name="">
            <a:extLst xmlns:a="http://schemas.openxmlformats.org/drawingml/2006/main">
              <a:ext uri="{FF2B5EF4-FFF2-40B4-BE49-F238E27FC236}">
                <a16:creationId xmlns:a16="http://schemas.microsoft.com/office/drawing/2014/main" id="{ABD1599B-E87C-4940-8363-9F241E764D3D}"/>
              </a:ext>
            </a:extLst>
          </p:cNvPr>
          <p:cNvSpPr>
            <a:spLocks xmlns:a="http://schemas.openxmlformats.org/drawingml/2006/main" noGrp="1"/>
          </p:cNvSpPr>
          <p:nvPr/>
        </p:nvSpPr>
        <p:spPr>
          <a:xfrm xmlns:a="http://schemas.openxmlformats.org/drawingml/2006/main">
            <a:off x="7486650" y="396240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59E87"/>
                </a:solidFill>
              </a:defRPr>
            </a:pPr>
            <a:r>
              <a:rPr sz="1500" b="1">
                <a:solidFill>
                  <a:srgbClr val="159E87"/>
                </a:solidFill>
              </a:rPr>
              <a:t>/calendar 子树</a:t>
            </a:r>
          </a:p>
        </p:txBody>
      </p:sp>
      <p:sp>
        <p:nvSpPr>
          <p:cNvPr id="34" name="">
            <a:extLst xmlns:a="http://schemas.openxmlformats.org/drawingml/2006/main">
              <a:ext uri="{FF2B5EF4-FFF2-40B4-BE49-F238E27FC236}">
                <a16:creationId xmlns:a16="http://schemas.microsoft.com/office/drawing/2014/main" id="{B9ACDFCF-EDEA-41B2-B998-788C790B95B6}"/>
              </a:ext>
            </a:extLst>
          </p:cNvPr>
          <p:cNvSpPr>
            <a:spLocks xmlns:a="http://schemas.openxmlformats.org/drawingml/2006/main" noGrp="1"/>
          </p:cNvSpPr>
          <p:nvPr/>
        </p:nvSpPr>
        <p:spPr>
          <a:xfrm xmlns:a="http://schemas.openxmlformats.org/drawingml/2006/main">
            <a:off x="7543800" y="4371975"/>
            <a:ext cx="2114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273"/>
                </a:solidFill>
              </a:defRPr>
            </a:pPr>
            <a:r>
              <a:rPr sz="1200" b="0">
                <a:solidFill>
                  <a:srgbClr val="526273"/>
                </a:solidFill>
              </a:rPr>
              <a:t>日程标题与开始时间组件刷新</a:t>
            </a:r>
          </a:p>
        </p:txBody>
      </p:sp>
      <p:sp>
        <p:nvSpPr>
          <p:cNvPr id="35" name="">
            <a:extLst xmlns:a="http://schemas.openxmlformats.org/drawingml/2006/main">
              <a:ext uri="{FF2B5EF4-FFF2-40B4-BE49-F238E27FC236}">
                <a16:creationId xmlns:a16="http://schemas.microsoft.com/office/drawing/2014/main" id="{564FF703-BD83-4F8D-A449-E3F4FB94B093}"/>
              </a:ext>
            </a:extLst>
          </p:cNvPr>
          <p:cNvSpPr>
            <a:spLocks xmlns:a="http://schemas.openxmlformats.org/drawingml/2006/main" noGrp="1"/>
          </p:cNvSpPr>
          <p:nvPr/>
        </p:nvSpPr>
        <p:spPr>
          <a:xfrm xmlns:a="http://schemas.openxmlformats.org/drawingml/2006/main">
            <a:off x="10191750" y="1962150"/>
            <a:ext cx="1314450" cy="30861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EE8"/>
            </a:solidFill>
            <a:prstDash val="solid"/>
          </a:ln>
        </p:spPr>
      </p:sp>
      <p:sp>
        <p:nvSpPr>
          <p:cNvPr id="36" name="">
            <a:extLst xmlns:a="http://schemas.openxmlformats.org/drawingml/2006/main">
              <a:ext uri="{FF2B5EF4-FFF2-40B4-BE49-F238E27FC236}">
                <a16:creationId xmlns:a16="http://schemas.microsoft.com/office/drawing/2014/main" id="{25BC5B13-6518-461F-A606-A3A0ABCCB8B1}"/>
              </a:ext>
            </a:extLst>
          </p:cNvPr>
          <p:cNvSpPr>
            <a:spLocks xmlns:a="http://schemas.openxmlformats.org/drawingml/2006/main" noGrp="1"/>
          </p:cNvSpPr>
          <p:nvPr/>
        </p:nvSpPr>
        <p:spPr>
          <a:xfrm xmlns:a="http://schemas.openxmlformats.org/drawingml/2006/main">
            <a:off x="10344150" y="2171700"/>
            <a:ext cx="100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1F33"/>
                </a:solidFill>
              </a:defRPr>
            </a:pPr>
            <a:r>
              <a:rPr sz="1350" b="1">
                <a:solidFill>
                  <a:srgbClr val="0B1F33"/>
                </a:solidFill>
              </a:rPr>
              <a:t>权限变化</a:t>
            </a:r>
          </a:p>
        </p:txBody>
      </p:sp>
      <p:sp>
        <p:nvSpPr>
          <p:cNvPr id="37" name="">
            <a:extLst xmlns:a="http://schemas.openxmlformats.org/drawingml/2006/main">
              <a:ext uri="{FF2B5EF4-FFF2-40B4-BE49-F238E27FC236}">
                <a16:creationId xmlns:a16="http://schemas.microsoft.com/office/drawing/2014/main" id="{46D28D7A-5DDA-49FE-979A-96B9A71A6CF4}"/>
              </a:ext>
            </a:extLst>
          </p:cNvPr>
          <p:cNvSpPr>
            <a:spLocks xmlns:a="http://schemas.openxmlformats.org/drawingml/2006/main" noGrp="1"/>
          </p:cNvSpPr>
          <p:nvPr/>
        </p:nvSpPr>
        <p:spPr>
          <a:xfrm xmlns:a="http://schemas.openxmlformats.org/drawingml/2006/main">
            <a:off x="10306050" y="2705100"/>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C4413B"/>
                </a:solidFill>
              </a:defRPr>
            </a:pPr>
            <a:r>
              <a:rPr sz="1200" b="0">
                <a:solidFill>
                  <a:srgbClr val="C4413B"/>
                </a:solidFill>
              </a:rPr>
              <a:t>日历权限关闭</a:t>
            </a:r>
          </a:p>
        </p:txBody>
      </p:sp>
      <p:sp>
        <p:nvSpPr>
          <p:cNvPr id="38" name="">
            <a:extLst xmlns:a="http://schemas.openxmlformats.org/drawingml/2006/main">
              <a:ext uri="{FF2B5EF4-FFF2-40B4-BE49-F238E27FC236}">
                <a16:creationId xmlns:a16="http://schemas.microsoft.com/office/drawing/2014/main" id="{5EFE9536-5E18-406F-B682-A47E41359B2E}"/>
              </a:ext>
            </a:extLst>
          </p:cNvPr>
          <p:cNvSpPr>
            <a:spLocks xmlns:a="http://schemas.openxmlformats.org/drawingml/2006/main" noGrp="1"/>
          </p:cNvSpPr>
          <p:nvPr/>
        </p:nvSpPr>
        <p:spPr>
          <a:xfrm xmlns:a="http://schemas.openxmlformats.org/drawingml/2006/main">
            <a:off x="10572750" y="31623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C4413B"/>
                </a:solidFill>
              </a:defRPr>
            </a:pPr>
            <a:r>
              <a:rPr sz="1800" b="0">
                <a:solidFill>
                  <a:srgbClr val="C4413B"/>
                </a:solidFill>
              </a:rPr>
              <a:t>↓</a:t>
            </a:r>
          </a:p>
        </p:txBody>
      </p:sp>
      <p:sp>
        <p:nvSpPr>
          <p:cNvPr id="39" name="">
            <a:extLst xmlns:a="http://schemas.openxmlformats.org/drawingml/2006/main">
              <a:ext uri="{FF2B5EF4-FFF2-40B4-BE49-F238E27FC236}">
                <a16:creationId xmlns:a16="http://schemas.microsoft.com/office/drawing/2014/main" id="{BF0C087A-D4F0-4889-A62C-D4F168839850}"/>
              </a:ext>
            </a:extLst>
          </p:cNvPr>
          <p:cNvSpPr>
            <a:spLocks xmlns:a="http://schemas.openxmlformats.org/drawingml/2006/main" noGrp="1"/>
          </p:cNvSpPr>
          <p:nvPr/>
        </p:nvSpPr>
        <p:spPr>
          <a:xfrm xmlns:a="http://schemas.openxmlformats.org/drawingml/2006/main">
            <a:off x="10306050" y="3562350"/>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C4413B"/>
                </a:solidFill>
              </a:defRPr>
            </a:pPr>
            <a:r>
              <a:rPr sz="1200" b="1">
                <a:solidFill>
                  <a:srgbClr val="C4413B"/>
                </a:solidFill>
              </a:rPr>
              <a:t>日程区域降级</a:t>
            </a:r>
          </a:p>
        </p:txBody>
      </p:sp>
      <p:sp>
        <p:nvSpPr>
          <p:cNvPr id="40" name="">
            <a:extLst xmlns:a="http://schemas.openxmlformats.org/drawingml/2006/main">
              <a:ext uri="{FF2B5EF4-FFF2-40B4-BE49-F238E27FC236}">
                <a16:creationId xmlns:a16="http://schemas.microsoft.com/office/drawing/2014/main" id="{688C5FE4-50F2-4530-8038-9F0EC53E7062}"/>
              </a:ext>
            </a:extLst>
          </p:cNvPr>
          <p:cNvSpPr>
            <a:spLocks xmlns:a="http://schemas.openxmlformats.org/drawingml/2006/main" noGrp="1"/>
          </p:cNvSpPr>
          <p:nvPr/>
        </p:nvSpPr>
        <p:spPr>
          <a:xfrm xmlns:a="http://schemas.openxmlformats.org/drawingml/2006/main">
            <a:off x="10306050" y="4362450"/>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159E87"/>
                </a:solidFill>
              </a:defRPr>
            </a:pPr>
            <a:r>
              <a:rPr sz="1163" b="1">
                <a:solidFill>
                  <a:srgbClr val="159E87"/>
                </a:solidFill>
              </a:rPr>
              <a:t>天气仍继续刷新</a:t>
            </a:r>
          </a:p>
        </p:txBody>
      </p:sp>
      <p:sp>
        <p:nvSpPr>
          <p:cNvPr id="41" name="">
            <a:extLst xmlns:a="http://schemas.openxmlformats.org/drawingml/2006/main">
              <a:ext uri="{FF2B5EF4-FFF2-40B4-BE49-F238E27FC236}">
                <a16:creationId xmlns:a16="http://schemas.microsoft.com/office/drawing/2014/main" id="{B6B7B729-A8B7-48CB-A3F2-8B392754D46E}"/>
              </a:ext>
            </a:extLst>
          </p:cNvPr>
          <p:cNvSpPr>
            <a:spLocks xmlns:a="http://schemas.openxmlformats.org/drawingml/2006/main" noGrp="1"/>
          </p:cNvSpPr>
          <p:nvPr/>
        </p:nvSpPr>
        <p:spPr>
          <a:xfrm xmlns:a="http://schemas.openxmlformats.org/drawingml/2006/main">
            <a:off x="685800" y="5562600"/>
            <a:ext cx="10820400" cy="495300"/>
          </a:xfrm>
          <a:prstGeom xmlns:a="http://schemas.openxmlformats.org/drawingml/2006/main" prst="roundRect">
            <a:avLst>
              <a:gd name="adj" fmla="val 23077"/>
            </a:avLst>
          </a:prstGeom>
          <a:solidFill xmlns:a="http://schemas.openxmlformats.org/drawingml/2006/main">
            <a:srgbClr val="0B1F33"/>
          </a:solidFill>
          <a:ln xmlns:a="http://schemas.openxmlformats.org/drawingml/2006/main" w="9525">
            <a:solidFill>
              <a:srgbClr val="0B1F33"/>
            </a:solidFill>
            <a:prstDash val="solid"/>
          </a:ln>
        </p:spPr>
      </p:sp>
      <p:sp>
        <p:nvSpPr>
          <p:cNvPr id="42" name="">
            <a:extLst xmlns:a="http://schemas.openxmlformats.org/drawingml/2006/main">
              <a:ext uri="{FF2B5EF4-FFF2-40B4-BE49-F238E27FC236}">
                <a16:creationId xmlns:a16="http://schemas.microsoft.com/office/drawing/2014/main" id="{97B5CD2E-B4F9-4D17-A5EB-2C376ACC9951}"/>
              </a:ext>
            </a:extLst>
          </p:cNvPr>
          <p:cNvSpPr>
            <a:spLocks xmlns:a="http://schemas.openxmlformats.org/drawingml/2006/main" noGrp="1"/>
          </p:cNvSpPr>
          <p:nvPr/>
        </p:nvSpPr>
        <p:spPr>
          <a:xfrm xmlns:a="http://schemas.openxmlformats.org/drawingml/2006/main">
            <a:off x="895350" y="5715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真实位置、真实天气和真实日程不进入界面生成模型；只有字段结构与脱敏示例用于生成。</a:t>
            </a:r>
          </a:p>
        </p:txBody>
      </p:sp>
    </p:spTree>
    <p:extLst>
      <p:ext uri="{BB962C8B-B14F-4D97-AF65-F5344CB8AC3E}">
        <p14:creationId xmlns:p14="http://schemas.microsoft.com/office/powerpoint/2010/main" val="1114447036"/>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DC8407C-5B91-4B20-9739-94B720C9B490}"/>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三、技术保护点</a:t>
            </a:r>
          </a:p>
        </p:txBody>
      </p:sp>
      <p:sp>
        <p:nvSpPr>
          <p:cNvPr id="2" name="title-12">
            <a:extLst xmlns:a="http://schemas.openxmlformats.org/drawingml/2006/main">
              <a:ext uri="{FF2B5EF4-FFF2-40B4-BE49-F238E27FC236}">
                <a16:creationId xmlns:a16="http://schemas.microsoft.com/office/drawing/2014/main" id="{4FAEB69D-6F9D-41A7-AAFD-B9AB17635179}"/>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P1—P5 共同构成独立权利要求的技术闭环</a:t>
            </a:r>
          </a:p>
        </p:txBody>
      </p:sp>
      <p:sp>
        <p:nvSpPr>
          <p:cNvPr id="3" name="">
            <a:extLst xmlns:a="http://schemas.openxmlformats.org/drawingml/2006/main">
              <a:ext uri="{FF2B5EF4-FFF2-40B4-BE49-F238E27FC236}">
                <a16:creationId xmlns:a16="http://schemas.microsoft.com/office/drawing/2014/main" id="{25475F96-8AFF-47F3-A926-59D1B42FD510}"/>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2560BF91-F889-4B8D-8EEF-81AF59C04C63}"/>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12</a:t>
            </a:r>
          </a:p>
        </p:txBody>
      </p:sp>
      <p:sp>
        <p:nvSpPr>
          <p:cNvPr id="5" name="">
            <a:extLst xmlns:a="http://schemas.openxmlformats.org/drawingml/2006/main">
              <a:ext uri="{FF2B5EF4-FFF2-40B4-BE49-F238E27FC236}">
                <a16:creationId xmlns:a16="http://schemas.microsoft.com/office/drawing/2014/main" id="{B5FE92CB-7D3F-4FAE-964C-9DC8771EC9BE}"/>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D6570508-09E2-4189-89C9-D66F0C56DEA5}"/>
              </a:ext>
            </a:extLst>
          </p:cNvPr>
          <p:cNvSpPr>
            <a:spLocks xmlns:a="http://schemas.openxmlformats.org/drawingml/2006/main" noGrp="1"/>
          </p:cNvSpPr>
          <p:nvPr/>
        </p:nvSpPr>
        <p:spPr>
          <a:xfrm xmlns:a="http://schemas.openxmlformats.org/drawingml/2006/main">
            <a:off x="685800" y="1485900"/>
            <a:ext cx="108204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6DEE8"/>
            </a:solidFill>
            <a:prstDash val="solid"/>
          </a:ln>
        </p:spPr>
      </p:sp>
      <p:sp>
        <p:nvSpPr>
          <p:cNvPr id="7" name="">
            <a:extLst xmlns:a="http://schemas.openxmlformats.org/drawingml/2006/main">
              <a:ext uri="{FF2B5EF4-FFF2-40B4-BE49-F238E27FC236}">
                <a16:creationId xmlns:a16="http://schemas.microsoft.com/office/drawing/2014/main" id="{7EF19CA7-23A6-4244-ADF7-909B9D3F800A}"/>
              </a:ext>
            </a:extLst>
          </p:cNvPr>
          <p:cNvSpPr>
            <a:spLocks xmlns:a="http://schemas.openxmlformats.org/drawingml/2006/main" noGrp="1"/>
          </p:cNvSpPr>
          <p:nvPr/>
        </p:nvSpPr>
        <p:spPr>
          <a:xfrm xmlns:a="http://schemas.openxmlformats.org/drawingml/2006/main">
            <a:off x="838200" y="1628775"/>
            <a:ext cx="685800" cy="419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8" name="">
            <a:extLst xmlns:a="http://schemas.openxmlformats.org/drawingml/2006/main">
              <a:ext uri="{FF2B5EF4-FFF2-40B4-BE49-F238E27FC236}">
                <a16:creationId xmlns:a16="http://schemas.microsoft.com/office/drawing/2014/main" id="{7CA60693-F47F-41FA-A13F-3B356787BCC5}"/>
              </a:ext>
            </a:extLst>
          </p:cNvPr>
          <p:cNvSpPr>
            <a:spLocks xmlns:a="http://schemas.openxmlformats.org/drawingml/2006/main" noGrp="1"/>
          </p:cNvSpPr>
          <p:nvPr/>
        </p:nvSpPr>
        <p:spPr>
          <a:xfrm xmlns:a="http://schemas.openxmlformats.org/drawingml/2006/main">
            <a:off x="933450" y="17145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P1</a:t>
            </a:r>
          </a:p>
        </p:txBody>
      </p:sp>
      <p:sp>
        <p:nvSpPr>
          <p:cNvPr id="9" name="">
            <a:extLst xmlns:a="http://schemas.openxmlformats.org/drawingml/2006/main">
              <a:ext uri="{FF2B5EF4-FFF2-40B4-BE49-F238E27FC236}">
                <a16:creationId xmlns:a16="http://schemas.microsoft.com/office/drawing/2014/main" id="{0D63AF2B-08BF-48FB-B028-D89600E76CF4}"/>
              </a:ext>
            </a:extLst>
          </p:cNvPr>
          <p:cNvSpPr>
            <a:spLocks xmlns:a="http://schemas.openxmlformats.org/drawingml/2006/main" noGrp="1"/>
          </p:cNvSpPr>
          <p:nvPr/>
        </p:nvSpPr>
        <p:spPr>
          <a:xfrm xmlns:a="http://schemas.openxmlformats.org/drawingml/2006/main">
            <a:off x="1752600" y="16192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协议协同分工</a:t>
            </a:r>
          </a:p>
        </p:txBody>
      </p:sp>
      <p:sp>
        <p:nvSpPr>
          <p:cNvPr id="10" name="">
            <a:extLst xmlns:a="http://schemas.openxmlformats.org/drawingml/2006/main">
              <a:ext uri="{FF2B5EF4-FFF2-40B4-BE49-F238E27FC236}">
                <a16:creationId xmlns:a16="http://schemas.microsoft.com/office/drawing/2014/main" id="{7D2F5BCE-834A-44FB-B406-8E3D3AFFD361}"/>
              </a:ext>
            </a:extLst>
          </p:cNvPr>
          <p:cNvSpPr>
            <a:spLocks xmlns:a="http://schemas.openxmlformats.org/drawingml/2006/main" noGrp="1"/>
          </p:cNvSpPr>
          <p:nvPr/>
        </p:nvSpPr>
        <p:spPr>
          <a:xfrm xmlns:a="http://schemas.openxmlformats.org/drawingml/2006/main">
            <a:off x="4572000" y="162877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数据执行契约描述 value 如何产生；界面及状态更新协议负责写入并消费状态。</a:t>
            </a:r>
          </a:p>
        </p:txBody>
      </p:sp>
      <p:sp>
        <p:nvSpPr>
          <p:cNvPr id="11" name="">
            <a:extLst xmlns:a="http://schemas.openxmlformats.org/drawingml/2006/main">
              <a:ext uri="{FF2B5EF4-FFF2-40B4-BE49-F238E27FC236}">
                <a16:creationId xmlns:a16="http://schemas.microsoft.com/office/drawing/2014/main" id="{2DC7139C-7DB2-408A-B1B5-82C7FBCCCB34}"/>
              </a:ext>
            </a:extLst>
          </p:cNvPr>
          <p:cNvSpPr>
            <a:spLocks xmlns:a="http://schemas.openxmlformats.org/drawingml/2006/main" noGrp="1"/>
          </p:cNvSpPr>
          <p:nvPr/>
        </p:nvSpPr>
        <p:spPr>
          <a:xfrm xmlns:a="http://schemas.openxmlformats.org/drawingml/2006/main">
            <a:off x="685800" y="2362200"/>
            <a:ext cx="108204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8088A971-F9DE-4E7B-9130-53CBEEAD108A}"/>
              </a:ext>
            </a:extLst>
          </p:cNvPr>
          <p:cNvSpPr>
            <a:spLocks xmlns:a="http://schemas.openxmlformats.org/drawingml/2006/main" noGrp="1"/>
          </p:cNvSpPr>
          <p:nvPr/>
        </p:nvSpPr>
        <p:spPr>
          <a:xfrm xmlns:a="http://schemas.openxmlformats.org/drawingml/2006/main">
            <a:off x="838200" y="2505075"/>
            <a:ext cx="685800" cy="419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3" name="">
            <a:extLst xmlns:a="http://schemas.openxmlformats.org/drawingml/2006/main">
              <a:ext uri="{FF2B5EF4-FFF2-40B4-BE49-F238E27FC236}">
                <a16:creationId xmlns:a16="http://schemas.microsoft.com/office/drawing/2014/main" id="{ED97E18E-C012-498E-9CFF-3FB208607E4A}"/>
              </a:ext>
            </a:extLst>
          </p:cNvPr>
          <p:cNvSpPr>
            <a:spLocks xmlns:a="http://schemas.openxmlformats.org/drawingml/2006/main" noGrp="1"/>
          </p:cNvSpPr>
          <p:nvPr/>
        </p:nvSpPr>
        <p:spPr>
          <a:xfrm xmlns:a="http://schemas.openxmlformats.org/drawingml/2006/main">
            <a:off x="933450" y="25908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P2</a:t>
            </a:r>
          </a:p>
        </p:txBody>
      </p:sp>
      <p:sp>
        <p:nvSpPr>
          <p:cNvPr id="14" name="">
            <a:extLst xmlns:a="http://schemas.openxmlformats.org/drawingml/2006/main">
              <a:ext uri="{FF2B5EF4-FFF2-40B4-BE49-F238E27FC236}">
                <a16:creationId xmlns:a16="http://schemas.microsoft.com/office/drawing/2014/main" id="{59B857C0-32FC-4753-89CE-8C33B38BBFE3}"/>
              </a:ext>
            </a:extLst>
          </p:cNvPr>
          <p:cNvSpPr>
            <a:spLocks xmlns:a="http://schemas.openxmlformats.org/drawingml/2006/main" noGrp="1"/>
          </p:cNvSpPr>
          <p:nvPr/>
        </p:nvSpPr>
        <p:spPr>
          <a:xfrm xmlns:a="http://schemas.openxmlformats.org/drawingml/2006/main">
            <a:off x="1752600" y="24955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契约先行与最小投影</a:t>
            </a:r>
          </a:p>
        </p:txBody>
      </p:sp>
      <p:sp>
        <p:nvSpPr>
          <p:cNvPr id="15" name="">
            <a:extLst xmlns:a="http://schemas.openxmlformats.org/drawingml/2006/main">
              <a:ext uri="{FF2B5EF4-FFF2-40B4-BE49-F238E27FC236}">
                <a16:creationId xmlns:a16="http://schemas.microsoft.com/office/drawing/2014/main" id="{55127F49-2EDC-427F-AAB9-7C056C424B38}"/>
              </a:ext>
            </a:extLst>
          </p:cNvPr>
          <p:cNvSpPr>
            <a:spLocks xmlns:a="http://schemas.openxmlformats.org/drawingml/2006/main" noGrp="1"/>
          </p:cNvSpPr>
          <p:nvPr/>
        </p:nvSpPr>
        <p:spPr>
          <a:xfrm xmlns:a="http://schemas.openxmlformats.org/drawingml/2006/main">
            <a:off x="4572000" y="250507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先按目标终端能力形成受控契约，再投影最小字段结构并生成界面。</a:t>
            </a:r>
          </a:p>
        </p:txBody>
      </p:sp>
      <p:sp>
        <p:nvSpPr>
          <p:cNvPr id="16" name="">
            <a:extLst xmlns:a="http://schemas.openxmlformats.org/drawingml/2006/main">
              <a:ext uri="{FF2B5EF4-FFF2-40B4-BE49-F238E27FC236}">
                <a16:creationId xmlns:a16="http://schemas.microsoft.com/office/drawing/2014/main" id="{B9D62CFD-6C0F-4371-BD62-F86C0B0012D7}"/>
              </a:ext>
            </a:extLst>
          </p:cNvPr>
          <p:cNvSpPr>
            <a:spLocks xmlns:a="http://schemas.openxmlformats.org/drawingml/2006/main" noGrp="1"/>
          </p:cNvSpPr>
          <p:nvPr/>
        </p:nvSpPr>
        <p:spPr>
          <a:xfrm xmlns:a="http://schemas.openxmlformats.org/drawingml/2006/main">
            <a:off x="685800" y="3238500"/>
            <a:ext cx="108204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8CEEA48D-D226-46E6-A061-F8195EC377B4}"/>
              </a:ext>
            </a:extLst>
          </p:cNvPr>
          <p:cNvSpPr>
            <a:spLocks xmlns:a="http://schemas.openxmlformats.org/drawingml/2006/main" noGrp="1"/>
          </p:cNvSpPr>
          <p:nvPr/>
        </p:nvSpPr>
        <p:spPr>
          <a:xfrm xmlns:a="http://schemas.openxmlformats.org/drawingml/2006/main">
            <a:off x="838200" y="3381375"/>
            <a:ext cx="685800" cy="419100"/>
          </a:xfrm>
          <a:prstGeom xmlns:a="http://schemas.openxmlformats.org/drawingml/2006/main" prst="roundRect">
            <a:avLst>
              <a:gd name="adj" fmla="val 50000"/>
            </a:avLst>
          </a:prstGeom>
          <a:solidFill xmlns:a="http://schemas.openxmlformats.org/drawingml/2006/main">
            <a:srgbClr val="159E87"/>
          </a:solidFill>
          <a:ln xmlns:a="http://schemas.openxmlformats.org/drawingml/2006/main" w="9525">
            <a:solidFill>
              <a:srgbClr val="159E87"/>
            </a:solidFill>
            <a:prstDash val="solid"/>
          </a:ln>
        </p:spPr>
      </p:sp>
      <p:sp>
        <p:nvSpPr>
          <p:cNvPr id="18" name="">
            <a:extLst xmlns:a="http://schemas.openxmlformats.org/drawingml/2006/main">
              <a:ext uri="{FF2B5EF4-FFF2-40B4-BE49-F238E27FC236}">
                <a16:creationId xmlns:a16="http://schemas.microsoft.com/office/drawing/2014/main" id="{E48A3FA5-8784-416D-A2F3-0600AE86577E}"/>
              </a:ext>
            </a:extLst>
          </p:cNvPr>
          <p:cNvSpPr>
            <a:spLocks xmlns:a="http://schemas.openxmlformats.org/drawingml/2006/main" noGrp="1"/>
          </p:cNvSpPr>
          <p:nvPr/>
        </p:nvSpPr>
        <p:spPr>
          <a:xfrm xmlns:a="http://schemas.openxmlformats.org/drawingml/2006/main">
            <a:off x="933450" y="34671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P3</a:t>
            </a:r>
          </a:p>
        </p:txBody>
      </p:sp>
      <p:sp>
        <p:nvSpPr>
          <p:cNvPr id="19" name="">
            <a:extLst xmlns:a="http://schemas.openxmlformats.org/drawingml/2006/main">
              <a:ext uri="{FF2B5EF4-FFF2-40B4-BE49-F238E27FC236}">
                <a16:creationId xmlns:a16="http://schemas.microsoft.com/office/drawing/2014/main" id="{507FCF18-3375-4476-BA64-B5DB48DC6DD0}"/>
              </a:ext>
            </a:extLst>
          </p:cNvPr>
          <p:cNvSpPr>
            <a:spLocks xmlns:a="http://schemas.openxmlformats.org/drawingml/2006/main" noGrp="1"/>
          </p:cNvSpPr>
          <p:nvPr/>
        </p:nvSpPr>
        <p:spPr>
          <a:xfrm xmlns:a="http://schemas.openxmlformats.org/drawingml/2006/main">
            <a:off x="1752600" y="33718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真实数据端侧闭环</a:t>
            </a:r>
          </a:p>
        </p:txBody>
      </p:sp>
      <p:sp>
        <p:nvSpPr>
          <p:cNvPr id="20" name="">
            <a:extLst xmlns:a="http://schemas.openxmlformats.org/drawingml/2006/main">
              <a:ext uri="{FF2B5EF4-FFF2-40B4-BE49-F238E27FC236}">
                <a16:creationId xmlns:a16="http://schemas.microsoft.com/office/drawing/2014/main" id="{197C145B-2015-495C-A0DE-902DC8338769}"/>
              </a:ext>
            </a:extLst>
          </p:cNvPr>
          <p:cNvSpPr>
            <a:spLocks xmlns:a="http://schemas.openxmlformats.org/drawingml/2006/main" noGrp="1"/>
          </p:cNvSpPr>
          <p:nvPr/>
        </p:nvSpPr>
        <p:spPr>
          <a:xfrm xmlns:a="http://schemas.openxmlformats.org/drawingml/2006/main">
            <a:off x="4572000" y="338137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生成端只接收结构与脱敏示例；真实数据在端侧获取、归一化和刷新。</a:t>
            </a:r>
          </a:p>
        </p:txBody>
      </p:sp>
      <p:sp>
        <p:nvSpPr>
          <p:cNvPr id="21" name="">
            <a:extLst xmlns:a="http://schemas.openxmlformats.org/drawingml/2006/main">
              <a:ext uri="{FF2B5EF4-FFF2-40B4-BE49-F238E27FC236}">
                <a16:creationId xmlns:a16="http://schemas.microsoft.com/office/drawing/2014/main" id="{EC3E3A95-D098-40DD-A07A-5A9B15411659}"/>
              </a:ext>
            </a:extLst>
          </p:cNvPr>
          <p:cNvSpPr>
            <a:spLocks xmlns:a="http://schemas.openxmlformats.org/drawingml/2006/main" noGrp="1"/>
          </p:cNvSpPr>
          <p:nvPr/>
        </p:nvSpPr>
        <p:spPr>
          <a:xfrm xmlns:a="http://schemas.openxmlformats.org/drawingml/2006/main">
            <a:off x="685800" y="4114800"/>
            <a:ext cx="108204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6DEE8"/>
            </a:solidFill>
            <a:prstDash val="solid"/>
          </a:ln>
        </p:spPr>
      </p:sp>
      <p:sp>
        <p:nvSpPr>
          <p:cNvPr id="22" name="">
            <a:extLst xmlns:a="http://schemas.openxmlformats.org/drawingml/2006/main">
              <a:ext uri="{FF2B5EF4-FFF2-40B4-BE49-F238E27FC236}">
                <a16:creationId xmlns:a16="http://schemas.microsoft.com/office/drawing/2014/main" id="{EA092329-259F-4ABD-AE7F-A8E2489EEDB8}"/>
              </a:ext>
            </a:extLst>
          </p:cNvPr>
          <p:cNvSpPr>
            <a:spLocks xmlns:a="http://schemas.openxmlformats.org/drawingml/2006/main" noGrp="1"/>
          </p:cNvSpPr>
          <p:nvPr/>
        </p:nvSpPr>
        <p:spPr>
          <a:xfrm xmlns:a="http://schemas.openxmlformats.org/drawingml/2006/main">
            <a:off x="838200" y="4257675"/>
            <a:ext cx="685800" cy="41910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23" name="">
            <a:extLst xmlns:a="http://schemas.openxmlformats.org/drawingml/2006/main">
              <a:ext uri="{FF2B5EF4-FFF2-40B4-BE49-F238E27FC236}">
                <a16:creationId xmlns:a16="http://schemas.microsoft.com/office/drawing/2014/main" id="{AFDDF1DA-9AD3-4DB4-8E95-D6436F52EE6B}"/>
              </a:ext>
            </a:extLst>
          </p:cNvPr>
          <p:cNvSpPr>
            <a:spLocks xmlns:a="http://schemas.openxmlformats.org/drawingml/2006/main" noGrp="1"/>
          </p:cNvSpPr>
          <p:nvPr/>
        </p:nvSpPr>
        <p:spPr>
          <a:xfrm xmlns:a="http://schemas.openxmlformats.org/drawingml/2006/main">
            <a:off x="933450" y="43434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P4</a:t>
            </a:r>
          </a:p>
        </p:txBody>
      </p:sp>
      <p:sp>
        <p:nvSpPr>
          <p:cNvPr id="24" name="">
            <a:extLst xmlns:a="http://schemas.openxmlformats.org/drawingml/2006/main">
              <a:ext uri="{FF2B5EF4-FFF2-40B4-BE49-F238E27FC236}">
                <a16:creationId xmlns:a16="http://schemas.microsoft.com/office/drawing/2014/main" id="{46C04B0A-E5F4-44EB-848D-76D1538F78DE}"/>
              </a:ext>
            </a:extLst>
          </p:cNvPr>
          <p:cNvSpPr>
            <a:spLocks xmlns:a="http://schemas.openxmlformats.org/drawingml/2006/main" noGrp="1"/>
          </p:cNvSpPr>
          <p:nvPr/>
        </p:nvSpPr>
        <p:spPr>
          <a:xfrm xmlns:a="http://schemas.openxmlformats.org/drawingml/2006/main">
            <a:off x="1752600" y="42481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更新消息可构造性校验</a:t>
            </a:r>
          </a:p>
        </p:txBody>
      </p:sp>
      <p:sp>
        <p:nvSpPr>
          <p:cNvPr id="25" name="">
            <a:extLst xmlns:a="http://schemas.openxmlformats.org/drawingml/2006/main">
              <a:ext uri="{FF2B5EF4-FFF2-40B4-BE49-F238E27FC236}">
                <a16:creationId xmlns:a16="http://schemas.microsoft.com/office/drawing/2014/main" id="{88057520-18CF-4EAD-8AB9-88635CA4E654}"/>
              </a:ext>
            </a:extLst>
          </p:cNvPr>
          <p:cNvSpPr>
            <a:spLocks xmlns:a="http://schemas.openxmlformats.org/drawingml/2006/main" noGrp="1"/>
          </p:cNvSpPr>
          <p:nvPr/>
        </p:nvSpPr>
        <p:spPr>
          <a:xfrm xmlns:a="http://schemas.openxmlformats.org/drawingml/2006/main">
            <a:off x="4572000" y="425767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验证能力输出—目标路径—updateDataModel—界面消费者的跨协议可达性。</a:t>
            </a:r>
          </a:p>
        </p:txBody>
      </p:sp>
      <p:sp>
        <p:nvSpPr>
          <p:cNvPr id="26" name="">
            <a:extLst xmlns:a="http://schemas.openxmlformats.org/drawingml/2006/main">
              <a:ext uri="{FF2B5EF4-FFF2-40B4-BE49-F238E27FC236}">
                <a16:creationId xmlns:a16="http://schemas.microsoft.com/office/drawing/2014/main" id="{1BE0348A-92E4-41ED-BE33-4595E6A6AE0D}"/>
              </a:ext>
            </a:extLst>
          </p:cNvPr>
          <p:cNvSpPr>
            <a:spLocks xmlns:a="http://schemas.openxmlformats.org/drawingml/2006/main" noGrp="1"/>
          </p:cNvSpPr>
          <p:nvPr/>
        </p:nvSpPr>
        <p:spPr>
          <a:xfrm xmlns:a="http://schemas.openxmlformats.org/drawingml/2006/main">
            <a:off x="685800" y="4991100"/>
            <a:ext cx="10820400" cy="704850"/>
          </a:xfrm>
          <a:prstGeom xmlns:a="http://schemas.openxmlformats.org/drawingml/2006/main" prst="roundRect">
            <a:avLst>
              <a:gd name="adj" fmla="val 10811"/>
            </a:avLst>
          </a:prstGeom>
          <a:solidFill xmlns:a="http://schemas.openxmlformats.org/drawingml/2006/main">
            <a:srgbClr val="FFF0E3"/>
          </a:solidFill>
          <a:ln xmlns:a="http://schemas.openxmlformats.org/drawingml/2006/main" w="9525">
            <a:solidFill>
              <a:srgbClr val="F6C79C"/>
            </a:solidFill>
            <a:prstDash val="solid"/>
          </a:ln>
        </p:spPr>
      </p:sp>
      <p:sp>
        <p:nvSpPr>
          <p:cNvPr id="27" name="">
            <a:extLst xmlns:a="http://schemas.openxmlformats.org/drawingml/2006/main">
              <a:ext uri="{FF2B5EF4-FFF2-40B4-BE49-F238E27FC236}">
                <a16:creationId xmlns:a16="http://schemas.microsoft.com/office/drawing/2014/main" id="{30CCE6A1-4AAA-408D-BA56-444DDD05C16F}"/>
              </a:ext>
            </a:extLst>
          </p:cNvPr>
          <p:cNvSpPr>
            <a:spLocks xmlns:a="http://schemas.openxmlformats.org/drawingml/2006/main" noGrp="1"/>
          </p:cNvSpPr>
          <p:nvPr/>
        </p:nvSpPr>
        <p:spPr>
          <a:xfrm xmlns:a="http://schemas.openxmlformats.org/drawingml/2006/main">
            <a:off x="838200" y="5133975"/>
            <a:ext cx="685800" cy="41910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28" name="">
            <a:extLst xmlns:a="http://schemas.openxmlformats.org/drawingml/2006/main">
              <a:ext uri="{FF2B5EF4-FFF2-40B4-BE49-F238E27FC236}">
                <a16:creationId xmlns:a16="http://schemas.microsoft.com/office/drawing/2014/main" id="{5651CE34-D3C5-4DE7-AB4D-D2D04A295305}"/>
              </a:ext>
            </a:extLst>
          </p:cNvPr>
          <p:cNvSpPr>
            <a:spLocks xmlns:a="http://schemas.openxmlformats.org/drawingml/2006/main" noGrp="1"/>
          </p:cNvSpPr>
          <p:nvPr/>
        </p:nvSpPr>
        <p:spPr>
          <a:xfrm xmlns:a="http://schemas.openxmlformats.org/drawingml/2006/main">
            <a:off x="933450" y="52197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P5</a:t>
            </a:r>
          </a:p>
        </p:txBody>
      </p:sp>
      <p:sp>
        <p:nvSpPr>
          <p:cNvPr id="29" name="">
            <a:extLst xmlns:a="http://schemas.openxmlformats.org/drawingml/2006/main">
              <a:ext uri="{FF2B5EF4-FFF2-40B4-BE49-F238E27FC236}">
                <a16:creationId xmlns:a16="http://schemas.microsoft.com/office/drawing/2014/main" id="{9C71D234-89BC-4B58-A694-D7CBDF3770C9}"/>
              </a:ext>
            </a:extLst>
          </p:cNvPr>
          <p:cNvSpPr>
            <a:spLocks xmlns:a="http://schemas.openxmlformats.org/drawingml/2006/main" noGrp="1"/>
          </p:cNvSpPr>
          <p:nvPr/>
        </p:nvSpPr>
        <p:spPr>
          <a:xfrm xmlns:a="http://schemas.openxmlformats.org/drawingml/2006/main">
            <a:off x="1752600" y="51244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能力输出自动编译</a:t>
            </a:r>
          </a:p>
        </p:txBody>
      </p:sp>
      <p:sp>
        <p:nvSpPr>
          <p:cNvPr id="30" name="">
            <a:extLst xmlns:a="http://schemas.openxmlformats.org/drawingml/2006/main">
              <a:ext uri="{FF2B5EF4-FFF2-40B4-BE49-F238E27FC236}">
                <a16:creationId xmlns:a16="http://schemas.microsoft.com/office/drawing/2014/main" id="{5598C498-A8D7-43E8-97DE-DD267B377255}"/>
              </a:ext>
            </a:extLst>
          </p:cNvPr>
          <p:cNvSpPr>
            <a:spLocks xmlns:a="http://schemas.openxmlformats.org/drawingml/2006/main" noGrp="1"/>
          </p:cNvSpPr>
          <p:nvPr/>
        </p:nvSpPr>
        <p:spPr>
          <a:xfrm xmlns:a="http://schemas.openxmlformats.org/drawingml/2006/main">
            <a:off x="4572000" y="513397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526273"/>
                </a:solidFill>
              </a:defRPr>
            </a:pPr>
            <a:r>
              <a:rPr sz="1275" b="1">
                <a:solidFill>
                  <a:srgbClr val="526273"/>
                </a:solidFill>
              </a:rPr>
              <a:t>按 output schema 校验结果，并自动构造协议原生更新消息注入 DataModel。</a:t>
            </a:r>
          </a:p>
        </p:txBody>
      </p:sp>
      <p:sp>
        <p:nvSpPr>
          <p:cNvPr id="31" name="">
            <a:extLst xmlns:a="http://schemas.openxmlformats.org/drawingml/2006/main">
              <a:ext uri="{FF2B5EF4-FFF2-40B4-BE49-F238E27FC236}">
                <a16:creationId xmlns:a16="http://schemas.microsoft.com/office/drawing/2014/main" id="{E6A1D8EE-CF54-4E8D-B88B-181C23D12853}"/>
              </a:ext>
            </a:extLst>
          </p:cNvPr>
          <p:cNvSpPr>
            <a:spLocks xmlns:a="http://schemas.openxmlformats.org/drawingml/2006/main" noGrp="1"/>
          </p:cNvSpPr>
          <p:nvPr/>
        </p:nvSpPr>
        <p:spPr>
          <a:xfrm xmlns:a="http://schemas.openxmlformats.org/drawingml/2006/main">
            <a:off x="685800" y="59817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F6FEB"/>
                </a:solidFill>
              </a:defRPr>
            </a:pPr>
            <a:r>
              <a:rPr sz="1200" b="1">
                <a:solidFill>
                  <a:srgbClr val="1F6FEB"/>
                </a:solidFill>
              </a:rPr>
              <a:t>组合价值</a:t>
            </a:r>
          </a:p>
        </p:txBody>
      </p:sp>
      <p:sp>
        <p:nvSpPr>
          <p:cNvPr id="32" name="">
            <a:extLst xmlns:a="http://schemas.openxmlformats.org/drawingml/2006/main">
              <a:ext uri="{FF2B5EF4-FFF2-40B4-BE49-F238E27FC236}">
                <a16:creationId xmlns:a16="http://schemas.microsoft.com/office/drawing/2014/main" id="{03C8A2A5-7502-404F-9A89-7F0CF1940180}"/>
              </a:ext>
            </a:extLst>
          </p:cNvPr>
          <p:cNvSpPr>
            <a:spLocks xmlns:a="http://schemas.openxmlformats.org/drawingml/2006/main" noGrp="1"/>
          </p:cNvSpPr>
          <p:nvPr/>
        </p:nvSpPr>
        <p:spPr>
          <a:xfrm xmlns:a="http://schemas.openxmlformats.org/drawingml/2006/main">
            <a:off x="1657350" y="5962650"/>
            <a:ext cx="984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0B1F33"/>
                </a:solidFill>
              </a:defRPr>
            </a:pPr>
            <a:r>
              <a:rPr sz="1275" b="1">
                <a:solidFill>
                  <a:srgbClr val="0B1F33"/>
                </a:solidFill>
              </a:rPr>
              <a:t>任一单点都可能与现有技术接近；P1—P5 的因果顺序与运行闭环共同形成创造性主线。</a:t>
            </a:r>
          </a:p>
        </p:txBody>
      </p:sp>
    </p:spTree>
    <p:extLst>
      <p:ext uri="{BB962C8B-B14F-4D97-AF65-F5344CB8AC3E}">
        <p14:creationId xmlns:p14="http://schemas.microsoft.com/office/powerpoint/2010/main" val="344423784"/>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6B3CEE4-4B43-45BB-B571-C1A046C7F915}"/>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三、技术保护点</a:t>
            </a:r>
          </a:p>
        </p:txBody>
      </p:sp>
      <p:sp>
        <p:nvSpPr>
          <p:cNvPr id="2" name="title-13">
            <a:extLst xmlns:a="http://schemas.openxmlformats.org/drawingml/2006/main">
              <a:ext uri="{FF2B5EF4-FFF2-40B4-BE49-F238E27FC236}">
                <a16:creationId xmlns:a16="http://schemas.microsoft.com/office/drawing/2014/main" id="{CCFBEEA2-797C-4785-B699-0B8A8AA20AEE}"/>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P6—P7 增强完整性与环境适应性，但不限制核心范围</a:t>
            </a:r>
          </a:p>
        </p:txBody>
      </p:sp>
      <p:sp>
        <p:nvSpPr>
          <p:cNvPr id="3" name="">
            <a:extLst xmlns:a="http://schemas.openxmlformats.org/drawingml/2006/main">
              <a:ext uri="{FF2B5EF4-FFF2-40B4-BE49-F238E27FC236}">
                <a16:creationId xmlns:a16="http://schemas.microsoft.com/office/drawing/2014/main" id="{37AAA6F9-0E79-4105-B1BE-19551840DBD8}"/>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8E8B81E1-7A14-4973-BDAF-549A404D9CF4}"/>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13</a:t>
            </a:r>
          </a:p>
        </p:txBody>
      </p:sp>
      <p:sp>
        <p:nvSpPr>
          <p:cNvPr id="5" name="">
            <a:extLst xmlns:a="http://schemas.openxmlformats.org/drawingml/2006/main">
              <a:ext uri="{FF2B5EF4-FFF2-40B4-BE49-F238E27FC236}">
                <a16:creationId xmlns:a16="http://schemas.microsoft.com/office/drawing/2014/main" id="{331DA50D-471A-461A-9408-ABAAB75D719D}"/>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2EF6D8EF-1F31-4A5B-B940-F602AA121CCF}"/>
              </a:ext>
            </a:extLst>
          </p:cNvPr>
          <p:cNvSpPr>
            <a:spLocks xmlns:a="http://schemas.openxmlformats.org/drawingml/2006/main" noGrp="1"/>
          </p:cNvSpPr>
          <p:nvPr/>
        </p:nvSpPr>
        <p:spPr>
          <a:xfrm xmlns:a="http://schemas.openxmlformats.org/drawingml/2006/main">
            <a:off x="685800" y="1504950"/>
            <a:ext cx="4953000" cy="1733550"/>
          </a:xfrm>
          <a:prstGeom xmlns:a="http://schemas.openxmlformats.org/drawingml/2006/main" prst="roundRect">
            <a:avLst>
              <a:gd name="adj" fmla="val 6593"/>
            </a:avLst>
          </a:prstGeom>
          <a:solidFill xmlns:a="http://schemas.openxmlformats.org/drawingml/2006/main">
            <a:srgbClr val="EEF5FF"/>
          </a:solidFill>
          <a:ln xmlns:a="http://schemas.openxmlformats.org/drawingml/2006/main" w="9525">
            <a:solidFill>
              <a:srgbClr val="DCEBFF"/>
            </a:solidFill>
            <a:prstDash val="solid"/>
          </a:ln>
        </p:spPr>
      </p:sp>
      <p:sp>
        <p:nvSpPr>
          <p:cNvPr id="7" name="">
            <a:extLst xmlns:a="http://schemas.openxmlformats.org/drawingml/2006/main">
              <a:ext uri="{FF2B5EF4-FFF2-40B4-BE49-F238E27FC236}">
                <a16:creationId xmlns:a16="http://schemas.microsoft.com/office/drawing/2014/main" id="{65B02FD9-7F16-4810-A041-C58AB5ACF52D}"/>
              </a:ext>
            </a:extLst>
          </p:cNvPr>
          <p:cNvSpPr>
            <a:spLocks xmlns:a="http://schemas.openxmlformats.org/drawingml/2006/main" noGrp="1"/>
          </p:cNvSpPr>
          <p:nvPr/>
        </p:nvSpPr>
        <p:spPr>
          <a:xfrm xmlns:a="http://schemas.openxmlformats.org/drawingml/2006/main">
            <a:off x="914400" y="1714500"/>
            <a:ext cx="590550" cy="2857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8" name="">
            <a:extLst xmlns:a="http://schemas.openxmlformats.org/drawingml/2006/main">
              <a:ext uri="{FF2B5EF4-FFF2-40B4-BE49-F238E27FC236}">
                <a16:creationId xmlns:a16="http://schemas.microsoft.com/office/drawing/2014/main" id="{87DA7362-6286-4D08-B568-DDADC44D4DC1}"/>
              </a:ext>
            </a:extLst>
          </p:cNvPr>
          <p:cNvSpPr>
            <a:spLocks xmlns:a="http://schemas.openxmlformats.org/drawingml/2006/main" noGrp="1"/>
          </p:cNvSpPr>
          <p:nvPr/>
        </p:nvSpPr>
        <p:spPr>
          <a:xfrm xmlns:a="http://schemas.openxmlformats.org/drawingml/2006/main">
            <a:off x="990600" y="176212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P6</a:t>
            </a:r>
          </a:p>
        </p:txBody>
      </p:sp>
      <p:sp>
        <p:nvSpPr>
          <p:cNvPr id="9" name="">
            <a:extLst xmlns:a="http://schemas.openxmlformats.org/drawingml/2006/main">
              <a:ext uri="{FF2B5EF4-FFF2-40B4-BE49-F238E27FC236}">
                <a16:creationId xmlns:a16="http://schemas.microsoft.com/office/drawing/2014/main" id="{011036F0-F7D5-4C68-ACC7-7B21174B6E82}"/>
              </a:ext>
            </a:extLst>
          </p:cNvPr>
          <p:cNvSpPr>
            <a:spLocks xmlns:a="http://schemas.openxmlformats.org/drawingml/2006/main" noGrp="1"/>
          </p:cNvSpPr>
          <p:nvPr/>
        </p:nvSpPr>
        <p:spPr>
          <a:xfrm xmlns:a="http://schemas.openxmlformats.org/drawingml/2006/main">
            <a:off x="1695450" y="17240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B1F33"/>
                </a:solidFill>
              </a:defRPr>
            </a:pPr>
            <a:r>
              <a:rPr sz="1575" b="1">
                <a:solidFill>
                  <a:srgbClr val="0B1F33"/>
                </a:solidFill>
              </a:rPr>
              <a:t>双协议配对完整性与版本兼容</a:t>
            </a:r>
          </a:p>
        </p:txBody>
      </p:sp>
      <p:sp>
        <p:nvSpPr>
          <p:cNvPr id="10" name="">
            <a:extLst xmlns:a="http://schemas.openxmlformats.org/drawingml/2006/main">
              <a:ext uri="{FF2B5EF4-FFF2-40B4-BE49-F238E27FC236}">
                <a16:creationId xmlns:a16="http://schemas.microsoft.com/office/drawing/2014/main" id="{0395BE32-5B7A-4A42-BE2A-4F26CF5A616D}"/>
              </a:ext>
            </a:extLst>
          </p:cNvPr>
          <p:cNvSpPr>
            <a:spLocks xmlns:a="http://schemas.openxmlformats.org/drawingml/2006/main" noGrp="1"/>
          </p:cNvSpPr>
          <p:nvPr/>
        </p:nvSpPr>
        <p:spPr>
          <a:xfrm xmlns:a="http://schemas.openxmlformats.org/drawingml/2006/main">
            <a:off x="933450" y="2209800"/>
            <a:ext cx="4419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分别计算界面协议、数据契约及其组合关系的摘要或签名；终端验证同一生成轮次并按版本选择兼容组合。</a:t>
            </a:r>
          </a:p>
        </p:txBody>
      </p:sp>
      <p:sp>
        <p:nvSpPr>
          <p:cNvPr id="11" name="">
            <a:extLst xmlns:a="http://schemas.openxmlformats.org/drawingml/2006/main">
              <a:ext uri="{FF2B5EF4-FFF2-40B4-BE49-F238E27FC236}">
                <a16:creationId xmlns:a16="http://schemas.microsoft.com/office/drawing/2014/main" id="{0DC07008-3B17-4677-B643-92A9D1732AEC}"/>
              </a:ext>
            </a:extLst>
          </p:cNvPr>
          <p:cNvSpPr>
            <a:spLocks xmlns:a="http://schemas.openxmlformats.org/drawingml/2006/main" noGrp="1"/>
          </p:cNvSpPr>
          <p:nvPr/>
        </p:nvSpPr>
        <p:spPr>
          <a:xfrm xmlns:a="http://schemas.openxmlformats.org/drawingml/2006/main">
            <a:off x="685800" y="3524250"/>
            <a:ext cx="4953000" cy="1733550"/>
          </a:xfrm>
          <a:prstGeom xmlns:a="http://schemas.openxmlformats.org/drawingml/2006/main" prst="roundRect">
            <a:avLst>
              <a:gd name="adj" fmla="val 6593"/>
            </a:avLst>
          </a:prstGeom>
          <a:solidFill xmlns:a="http://schemas.openxmlformats.org/drawingml/2006/main">
            <a:srgbClr val="DDF5F0"/>
          </a:solidFill>
          <a:ln xmlns:a="http://schemas.openxmlformats.org/drawingml/2006/main" w="9525">
            <a:solidFill>
              <a:srgbClr val="9FDACF"/>
            </a:solidFill>
            <a:prstDash val="solid"/>
          </a:ln>
        </p:spPr>
      </p:sp>
      <p:sp>
        <p:nvSpPr>
          <p:cNvPr id="12" name="">
            <a:extLst xmlns:a="http://schemas.openxmlformats.org/drawingml/2006/main">
              <a:ext uri="{FF2B5EF4-FFF2-40B4-BE49-F238E27FC236}">
                <a16:creationId xmlns:a16="http://schemas.microsoft.com/office/drawing/2014/main" id="{FF5D101E-F2A3-4093-B410-E0DA7FB64BCD}"/>
              </a:ext>
            </a:extLst>
          </p:cNvPr>
          <p:cNvSpPr>
            <a:spLocks xmlns:a="http://schemas.openxmlformats.org/drawingml/2006/main" noGrp="1"/>
          </p:cNvSpPr>
          <p:nvPr/>
        </p:nvSpPr>
        <p:spPr>
          <a:xfrm xmlns:a="http://schemas.openxmlformats.org/drawingml/2006/main">
            <a:off x="914400" y="3733800"/>
            <a:ext cx="590550" cy="285750"/>
          </a:xfrm>
          <a:prstGeom xmlns:a="http://schemas.openxmlformats.org/drawingml/2006/main" prst="roundRect">
            <a:avLst>
              <a:gd name="adj" fmla="val 50000"/>
            </a:avLst>
          </a:prstGeom>
          <a:solidFill xmlns:a="http://schemas.openxmlformats.org/drawingml/2006/main">
            <a:srgbClr val="159E87"/>
          </a:solidFill>
          <a:ln xmlns:a="http://schemas.openxmlformats.org/drawingml/2006/main" w="9525">
            <a:solidFill>
              <a:srgbClr val="159E87"/>
            </a:solidFill>
            <a:prstDash val="solid"/>
          </a:ln>
        </p:spPr>
      </p:sp>
      <p:sp>
        <p:nvSpPr>
          <p:cNvPr id="13" name="">
            <a:extLst xmlns:a="http://schemas.openxmlformats.org/drawingml/2006/main">
              <a:ext uri="{FF2B5EF4-FFF2-40B4-BE49-F238E27FC236}">
                <a16:creationId xmlns:a16="http://schemas.microsoft.com/office/drawing/2014/main" id="{08A90821-C3EB-44B7-AB53-E8C9FA565BDD}"/>
              </a:ext>
            </a:extLst>
          </p:cNvPr>
          <p:cNvSpPr>
            <a:spLocks xmlns:a="http://schemas.openxmlformats.org/drawingml/2006/main" noGrp="1"/>
          </p:cNvSpPr>
          <p:nvPr/>
        </p:nvSpPr>
        <p:spPr>
          <a:xfrm xmlns:a="http://schemas.openxmlformats.org/drawingml/2006/main">
            <a:off x="990600" y="378142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P7</a:t>
            </a:r>
          </a:p>
        </p:txBody>
      </p:sp>
      <p:sp>
        <p:nvSpPr>
          <p:cNvPr id="14" name="">
            <a:extLst xmlns:a="http://schemas.openxmlformats.org/drawingml/2006/main">
              <a:ext uri="{FF2B5EF4-FFF2-40B4-BE49-F238E27FC236}">
                <a16:creationId xmlns:a16="http://schemas.microsoft.com/office/drawing/2014/main" id="{23B0DB61-247F-406F-AF17-AFB2BBBC26DE}"/>
              </a:ext>
            </a:extLst>
          </p:cNvPr>
          <p:cNvSpPr>
            <a:spLocks xmlns:a="http://schemas.openxmlformats.org/drawingml/2006/main" noGrp="1"/>
          </p:cNvSpPr>
          <p:nvPr/>
        </p:nvSpPr>
        <p:spPr>
          <a:xfrm xmlns:a="http://schemas.openxmlformats.org/drawingml/2006/main">
            <a:off x="1695450" y="37433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B1F33"/>
                </a:solidFill>
              </a:defRPr>
            </a:pPr>
            <a:r>
              <a:rPr sz="1575" b="1">
                <a:solidFill>
                  <a:srgbClr val="0B1F33"/>
                </a:solidFill>
              </a:rPr>
              <a:t>环境变化下的同步裁剪与降级</a:t>
            </a:r>
          </a:p>
        </p:txBody>
      </p:sp>
      <p:sp>
        <p:nvSpPr>
          <p:cNvPr id="15" name="">
            <a:extLst xmlns:a="http://schemas.openxmlformats.org/drawingml/2006/main">
              <a:ext uri="{FF2B5EF4-FFF2-40B4-BE49-F238E27FC236}">
                <a16:creationId xmlns:a16="http://schemas.microsoft.com/office/drawing/2014/main" id="{514B047E-C3F9-4570-9568-9C1B47B4E5C2}"/>
              </a:ext>
            </a:extLst>
          </p:cNvPr>
          <p:cNvSpPr>
            <a:spLocks xmlns:a="http://schemas.openxmlformats.org/drawingml/2006/main" noGrp="1"/>
          </p:cNvSpPr>
          <p:nvPr/>
        </p:nvSpPr>
        <p:spPr>
          <a:xfrm xmlns:a="http://schemas.openxmlformats.org/drawingml/2006/main">
            <a:off x="933450" y="4229100"/>
            <a:ext cx="4419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273"/>
                </a:solidFill>
              </a:defRPr>
            </a:pPr>
            <a:r>
              <a:rPr sz="1275" b="0">
                <a:solidFill>
                  <a:srgbClr val="526273"/>
                </a:solidFill>
              </a:rPr>
              <a:t>权限、应用安装状态、能力或协议版本变化时，重新裁决契约并同步清理界面绑定，不保留悬空路径。</a:t>
            </a:r>
          </a:p>
        </p:txBody>
      </p:sp>
      <p:sp>
        <p:nvSpPr>
          <p:cNvPr id="16" name="">
            <a:extLst xmlns:a="http://schemas.openxmlformats.org/drawingml/2006/main">
              <a:ext uri="{FF2B5EF4-FFF2-40B4-BE49-F238E27FC236}">
                <a16:creationId xmlns:a16="http://schemas.microsoft.com/office/drawing/2014/main" id="{C041587B-0FA3-4817-A566-69BB705B93D1}"/>
              </a:ext>
            </a:extLst>
          </p:cNvPr>
          <p:cNvSpPr>
            <a:spLocks xmlns:a="http://schemas.openxmlformats.org/drawingml/2006/main" noGrp="1"/>
          </p:cNvSpPr>
          <p:nvPr/>
        </p:nvSpPr>
        <p:spPr>
          <a:xfrm xmlns:a="http://schemas.openxmlformats.org/drawingml/2006/main">
            <a:off x="6019800" y="1504950"/>
            <a:ext cx="5486400" cy="3752850"/>
          </a:xfrm>
          <a:prstGeom xmlns:a="http://schemas.openxmlformats.org/drawingml/2006/main" prst="roundRect">
            <a:avLst>
              <a:gd name="adj" fmla="val 3046"/>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B5B793BD-76AE-4F92-930E-D1A282E5D65D}"/>
              </a:ext>
            </a:extLst>
          </p:cNvPr>
          <p:cNvSpPr>
            <a:spLocks xmlns:a="http://schemas.openxmlformats.org/drawingml/2006/main" noGrp="1"/>
          </p:cNvSpPr>
          <p:nvPr/>
        </p:nvSpPr>
        <p:spPr>
          <a:xfrm xmlns:a="http://schemas.openxmlformats.org/drawingml/2006/main">
            <a:off x="6305550" y="173355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B1F33"/>
                </a:solidFill>
              </a:defRPr>
            </a:pPr>
            <a:r>
              <a:rPr sz="1725" b="1">
                <a:solidFill>
                  <a:srgbClr val="0B1F33"/>
                </a:solidFill>
              </a:rPr>
              <a:t>不建议单独作为核心保护点</a:t>
            </a:r>
          </a:p>
        </p:txBody>
      </p:sp>
      <p:sp>
        <p:nvSpPr>
          <p:cNvPr id="18" name="">
            <a:extLst xmlns:a="http://schemas.openxmlformats.org/drawingml/2006/main">
              <a:ext uri="{FF2B5EF4-FFF2-40B4-BE49-F238E27FC236}">
                <a16:creationId xmlns:a16="http://schemas.microsoft.com/office/drawing/2014/main" id="{CD53DD1E-CA28-4E9A-8799-D04038192AC1}"/>
              </a:ext>
            </a:extLst>
          </p:cNvPr>
          <p:cNvSpPr>
            <a:spLocks xmlns:a="http://schemas.openxmlformats.org/drawingml/2006/main" noGrp="1"/>
          </p:cNvSpPr>
          <p:nvPr/>
        </p:nvSpPr>
        <p:spPr>
          <a:xfrm xmlns:a="http://schemas.openxmlformats.org/drawingml/2006/main">
            <a:off x="6324600" y="22479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19" name="">
            <a:extLst xmlns:a="http://schemas.openxmlformats.org/drawingml/2006/main">
              <a:ext uri="{FF2B5EF4-FFF2-40B4-BE49-F238E27FC236}">
                <a16:creationId xmlns:a16="http://schemas.microsoft.com/office/drawing/2014/main" id="{A662B91B-AC52-4C96-AE6B-2BD465D77A60}"/>
              </a:ext>
            </a:extLst>
          </p:cNvPr>
          <p:cNvSpPr>
            <a:spLocks xmlns:a="http://schemas.openxmlformats.org/drawingml/2006/main" noGrp="1"/>
          </p:cNvSpPr>
          <p:nvPr/>
        </p:nvSpPr>
        <p:spPr>
          <a:xfrm xmlns:a="http://schemas.openxmlformats.org/drawingml/2006/main">
            <a:off x="6591300" y="22288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主 Agent + 微服务的具体架构</a:t>
            </a:r>
          </a:p>
        </p:txBody>
      </p:sp>
      <p:sp>
        <p:nvSpPr>
          <p:cNvPr id="20" name="">
            <a:extLst xmlns:a="http://schemas.openxmlformats.org/drawingml/2006/main">
              <a:ext uri="{FF2B5EF4-FFF2-40B4-BE49-F238E27FC236}">
                <a16:creationId xmlns:a16="http://schemas.microsoft.com/office/drawing/2014/main" id="{C5D6C6BB-300C-41FB-92A1-56A47A3421D6}"/>
              </a:ext>
            </a:extLst>
          </p:cNvPr>
          <p:cNvSpPr>
            <a:spLocks xmlns:a="http://schemas.openxmlformats.org/drawingml/2006/main" noGrp="1"/>
          </p:cNvSpPr>
          <p:nvPr/>
        </p:nvSpPr>
        <p:spPr>
          <a:xfrm xmlns:a="http://schemas.openxmlformats.org/drawingml/2006/main">
            <a:off x="6324600" y="26860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21" name="">
            <a:extLst xmlns:a="http://schemas.openxmlformats.org/drawingml/2006/main">
              <a:ext uri="{FF2B5EF4-FFF2-40B4-BE49-F238E27FC236}">
                <a16:creationId xmlns:a16="http://schemas.microsoft.com/office/drawing/2014/main" id="{5CB3FBD4-3B63-4EED-8579-D2E8D4034DB7}"/>
              </a:ext>
            </a:extLst>
          </p:cNvPr>
          <p:cNvSpPr>
            <a:spLocks xmlns:a="http://schemas.openxmlformats.org/drawingml/2006/main" noGrp="1"/>
          </p:cNvSpPr>
          <p:nvPr/>
        </p:nvSpPr>
        <p:spPr>
          <a:xfrm xmlns:a="http://schemas.openxmlformats.org/drawingml/2006/main">
            <a:off x="6591300" y="266700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具体工具接口、JSON / JSONL 或字段名称</a:t>
            </a:r>
          </a:p>
        </p:txBody>
      </p:sp>
      <p:sp>
        <p:nvSpPr>
          <p:cNvPr id="22" name="">
            <a:extLst xmlns:a="http://schemas.openxmlformats.org/drawingml/2006/main">
              <a:ext uri="{FF2B5EF4-FFF2-40B4-BE49-F238E27FC236}">
                <a16:creationId xmlns:a16="http://schemas.microsoft.com/office/drawing/2014/main" id="{EF36C831-3F07-431A-8F2B-5F3E1BAB03C6}"/>
              </a:ext>
            </a:extLst>
          </p:cNvPr>
          <p:cNvSpPr>
            <a:spLocks xmlns:a="http://schemas.openxmlformats.org/drawingml/2006/main" noGrp="1"/>
          </p:cNvSpPr>
          <p:nvPr/>
        </p:nvSpPr>
        <p:spPr>
          <a:xfrm xmlns:a="http://schemas.openxmlformats.org/drawingml/2006/main">
            <a:off x="6324600" y="3124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23" name="">
            <a:extLst xmlns:a="http://schemas.openxmlformats.org/drawingml/2006/main">
              <a:ext uri="{FF2B5EF4-FFF2-40B4-BE49-F238E27FC236}">
                <a16:creationId xmlns:a16="http://schemas.microsoft.com/office/drawing/2014/main" id="{AAF4F73A-B628-4DEC-9A9B-54D6E96F38EF}"/>
              </a:ext>
            </a:extLst>
          </p:cNvPr>
          <p:cNvSpPr>
            <a:spLocks xmlns:a="http://schemas.openxmlformats.org/drawingml/2006/main" noGrp="1"/>
          </p:cNvSpPr>
          <p:nvPr/>
        </p:nvSpPr>
        <p:spPr>
          <a:xfrm xmlns:a="http://schemas.openxmlformats.org/drawingml/2006/main">
            <a:off x="6591300" y="31051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A2UI、HarmonyOS、CardSpec 等产品或协议名称</a:t>
            </a:r>
          </a:p>
        </p:txBody>
      </p:sp>
      <p:sp>
        <p:nvSpPr>
          <p:cNvPr id="24" name="">
            <a:extLst xmlns:a="http://schemas.openxmlformats.org/drawingml/2006/main">
              <a:ext uri="{FF2B5EF4-FFF2-40B4-BE49-F238E27FC236}">
                <a16:creationId xmlns:a16="http://schemas.microsoft.com/office/drawing/2014/main" id="{1ECC44CD-9047-4070-A7C6-C7A16232D28C}"/>
              </a:ext>
            </a:extLst>
          </p:cNvPr>
          <p:cNvSpPr>
            <a:spLocks xmlns:a="http://schemas.openxmlformats.org/drawingml/2006/main" noGrp="1"/>
          </p:cNvSpPr>
          <p:nvPr/>
        </p:nvSpPr>
        <p:spPr>
          <a:xfrm xmlns:a="http://schemas.openxmlformats.org/drawingml/2006/main">
            <a:off x="6324600" y="35623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25" name="">
            <a:extLst xmlns:a="http://schemas.openxmlformats.org/drawingml/2006/main">
              <a:ext uri="{FF2B5EF4-FFF2-40B4-BE49-F238E27FC236}">
                <a16:creationId xmlns:a16="http://schemas.microsoft.com/office/drawing/2014/main" id="{132AB85F-24B6-4379-80A9-BA24C1E9E6C5}"/>
              </a:ext>
            </a:extLst>
          </p:cNvPr>
          <p:cNvSpPr>
            <a:spLocks xmlns:a="http://schemas.openxmlformats.org/drawingml/2006/main" noGrp="1"/>
          </p:cNvSpPr>
          <p:nvPr/>
        </p:nvSpPr>
        <p:spPr>
          <a:xfrm xmlns:a="http://schemas.openxmlformats.org/drawingml/2006/main">
            <a:off x="6591300" y="354330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固定卡片尺寸与特定组件目录</a:t>
            </a:r>
          </a:p>
        </p:txBody>
      </p:sp>
      <p:sp>
        <p:nvSpPr>
          <p:cNvPr id="26" name="">
            <a:extLst xmlns:a="http://schemas.openxmlformats.org/drawingml/2006/main">
              <a:ext uri="{FF2B5EF4-FFF2-40B4-BE49-F238E27FC236}">
                <a16:creationId xmlns:a16="http://schemas.microsoft.com/office/drawing/2014/main" id="{F8CE5769-02AC-48CD-AED8-1C0F9B41FDBD}"/>
              </a:ext>
            </a:extLst>
          </p:cNvPr>
          <p:cNvSpPr>
            <a:spLocks xmlns:a="http://schemas.openxmlformats.org/drawingml/2006/main" noGrp="1"/>
          </p:cNvSpPr>
          <p:nvPr/>
        </p:nvSpPr>
        <p:spPr>
          <a:xfrm xmlns:a="http://schemas.openxmlformats.org/drawingml/2006/main">
            <a:off x="6324600" y="40005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27" name="">
            <a:extLst xmlns:a="http://schemas.openxmlformats.org/drawingml/2006/main">
              <a:ext uri="{FF2B5EF4-FFF2-40B4-BE49-F238E27FC236}">
                <a16:creationId xmlns:a16="http://schemas.microsoft.com/office/drawing/2014/main" id="{B84EE9FA-36DA-4854-B5F5-F0581CFFDEB9}"/>
              </a:ext>
            </a:extLst>
          </p:cNvPr>
          <p:cNvSpPr>
            <a:spLocks xmlns:a="http://schemas.openxmlformats.org/drawingml/2006/main" noGrp="1"/>
          </p:cNvSpPr>
          <p:nvPr/>
        </p:nvSpPr>
        <p:spPr>
          <a:xfrm xmlns:a="http://schemas.openxmlformats.org/drawingml/2006/main">
            <a:off x="6591300" y="39814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仅仅使用大模型生成 UI</a:t>
            </a:r>
          </a:p>
        </p:txBody>
      </p:sp>
      <p:sp>
        <p:nvSpPr>
          <p:cNvPr id="28" name="">
            <a:extLst xmlns:a="http://schemas.openxmlformats.org/drawingml/2006/main">
              <a:ext uri="{FF2B5EF4-FFF2-40B4-BE49-F238E27FC236}">
                <a16:creationId xmlns:a16="http://schemas.microsoft.com/office/drawing/2014/main" id="{9830A447-903D-4BD1-BE1D-8BF362BB280B}"/>
              </a:ext>
            </a:extLst>
          </p:cNvPr>
          <p:cNvSpPr>
            <a:spLocks xmlns:a="http://schemas.openxmlformats.org/drawingml/2006/main" noGrp="1"/>
          </p:cNvSpPr>
          <p:nvPr/>
        </p:nvSpPr>
        <p:spPr>
          <a:xfrm xmlns:a="http://schemas.openxmlformats.org/drawingml/2006/main">
            <a:off x="6324600" y="44386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29" name="">
            <a:extLst xmlns:a="http://schemas.openxmlformats.org/drawingml/2006/main">
              <a:ext uri="{FF2B5EF4-FFF2-40B4-BE49-F238E27FC236}">
                <a16:creationId xmlns:a16="http://schemas.microsoft.com/office/drawing/2014/main" id="{55D6F221-AE02-4874-9A85-6BA9BB3A887C}"/>
              </a:ext>
            </a:extLst>
          </p:cNvPr>
          <p:cNvSpPr>
            <a:spLocks xmlns:a="http://schemas.openxmlformats.org/drawingml/2006/main" noGrp="1"/>
          </p:cNvSpPr>
          <p:nvPr/>
        </p:nvSpPr>
        <p:spPr>
          <a:xfrm xmlns:a="http://schemas.openxmlformats.org/drawingml/2006/main">
            <a:off x="6591300" y="441960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仅仅 UI 与数据分离或端侧刷新</a:t>
            </a:r>
          </a:p>
        </p:txBody>
      </p:sp>
      <p:sp>
        <p:nvSpPr>
          <p:cNvPr id="30" name="">
            <a:extLst xmlns:a="http://schemas.openxmlformats.org/drawingml/2006/main">
              <a:ext uri="{FF2B5EF4-FFF2-40B4-BE49-F238E27FC236}">
                <a16:creationId xmlns:a16="http://schemas.microsoft.com/office/drawing/2014/main" id="{BB0441A5-D2F5-4681-AEC2-C2B1B82E8AB9}"/>
              </a:ext>
            </a:extLst>
          </p:cNvPr>
          <p:cNvSpPr>
            <a:spLocks xmlns:a="http://schemas.openxmlformats.org/drawingml/2006/main" noGrp="1"/>
          </p:cNvSpPr>
          <p:nvPr/>
        </p:nvSpPr>
        <p:spPr>
          <a:xfrm xmlns:a="http://schemas.openxmlformats.org/drawingml/2006/main">
            <a:off x="6019800" y="5505450"/>
            <a:ext cx="5486400" cy="552450"/>
          </a:xfrm>
          <a:prstGeom xmlns:a="http://schemas.openxmlformats.org/drawingml/2006/main" prst="roundRect">
            <a:avLst>
              <a:gd name="adj" fmla="val 20690"/>
            </a:avLst>
          </a:prstGeom>
          <a:solidFill xmlns:a="http://schemas.openxmlformats.org/drawingml/2006/main">
            <a:srgbClr val="0B1F33"/>
          </a:solidFill>
          <a:ln xmlns:a="http://schemas.openxmlformats.org/drawingml/2006/main" w="9525">
            <a:solidFill>
              <a:srgbClr val="0B1F33"/>
            </a:solidFill>
            <a:prstDash val="solid"/>
          </a:ln>
        </p:spPr>
      </p:sp>
      <p:sp>
        <p:nvSpPr>
          <p:cNvPr id="31" name="">
            <a:extLst xmlns:a="http://schemas.openxmlformats.org/drawingml/2006/main">
              <a:ext uri="{FF2B5EF4-FFF2-40B4-BE49-F238E27FC236}">
                <a16:creationId xmlns:a16="http://schemas.microsoft.com/office/drawing/2014/main" id="{9E994F7D-012B-4096-8D81-57D2A50195DA}"/>
              </a:ext>
            </a:extLst>
          </p:cNvPr>
          <p:cNvSpPr>
            <a:spLocks xmlns:a="http://schemas.openxmlformats.org/drawingml/2006/main" noGrp="1"/>
          </p:cNvSpPr>
          <p:nvPr/>
        </p:nvSpPr>
        <p:spPr>
          <a:xfrm xmlns:a="http://schemas.openxmlformats.org/drawingml/2006/main">
            <a:off x="6229350" y="5667375"/>
            <a:ext cx="506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具体产品名称只作为实施例，权利要求保护通用运行机制。</a:t>
            </a:r>
          </a:p>
        </p:txBody>
      </p:sp>
    </p:spTree>
    <p:extLst>
      <p:ext uri="{BB962C8B-B14F-4D97-AF65-F5344CB8AC3E}">
        <p14:creationId xmlns:p14="http://schemas.microsoft.com/office/powerpoint/2010/main" val="1886980684"/>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D6927A3-5F26-42AB-B6A2-D7383515DC00}"/>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三、技术保护点</a:t>
            </a:r>
          </a:p>
        </p:txBody>
      </p:sp>
      <p:sp>
        <p:nvSpPr>
          <p:cNvPr id="2" name="title-14">
            <a:extLst xmlns:a="http://schemas.openxmlformats.org/drawingml/2006/main">
              <a:ext uri="{FF2B5EF4-FFF2-40B4-BE49-F238E27FC236}">
                <a16:creationId xmlns:a16="http://schemas.microsoft.com/office/drawing/2014/main" id="{3FD2EB88-3A94-41A8-BE76-116A086D340D}"/>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独立权利要求建议采用八步方法链</a:t>
            </a:r>
          </a:p>
        </p:txBody>
      </p:sp>
      <p:sp>
        <p:nvSpPr>
          <p:cNvPr id="3" name="">
            <a:extLst xmlns:a="http://schemas.openxmlformats.org/drawingml/2006/main">
              <a:ext uri="{FF2B5EF4-FFF2-40B4-BE49-F238E27FC236}">
                <a16:creationId xmlns:a16="http://schemas.microsoft.com/office/drawing/2014/main" id="{742B0E0C-E626-4D7D-BD5E-10E670792147}"/>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19F433B3-791C-4DC0-B311-BE27B8F7FBCE}"/>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14</a:t>
            </a:r>
          </a:p>
        </p:txBody>
      </p:sp>
      <p:sp>
        <p:nvSpPr>
          <p:cNvPr id="5" name="">
            <a:extLst xmlns:a="http://schemas.openxmlformats.org/drawingml/2006/main">
              <a:ext uri="{FF2B5EF4-FFF2-40B4-BE49-F238E27FC236}">
                <a16:creationId xmlns:a16="http://schemas.microsoft.com/office/drawing/2014/main" id="{6EF2B840-E801-4CE0-9A62-EA433DF9B42E}"/>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7340AD8D-5271-46AB-A439-27C6C1FF0FE3}"/>
              </a:ext>
            </a:extLst>
          </p:cNvPr>
          <p:cNvSpPr>
            <a:spLocks xmlns:a="http://schemas.openxmlformats.org/drawingml/2006/main" noGrp="1"/>
          </p:cNvSpPr>
          <p:nvPr/>
        </p:nvSpPr>
        <p:spPr>
          <a:xfrm xmlns:a="http://schemas.openxmlformats.org/drawingml/2006/main">
            <a:off x="685800" y="1466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6FEB"/>
                </a:solidFill>
              </a:defRPr>
            </a:pPr>
            <a:r>
              <a:rPr sz="1350" b="1">
                <a:solidFill>
                  <a:srgbClr val="1F6FEB"/>
                </a:solidFill>
              </a:rPr>
              <a:t>生成与校验</a:t>
            </a:r>
          </a:p>
        </p:txBody>
      </p:sp>
      <p:sp>
        <p:nvSpPr>
          <p:cNvPr id="7" name="">
            <a:extLst xmlns:a="http://schemas.openxmlformats.org/drawingml/2006/main">
              <a:ext uri="{FF2B5EF4-FFF2-40B4-BE49-F238E27FC236}">
                <a16:creationId xmlns:a16="http://schemas.microsoft.com/office/drawing/2014/main" id="{DC141B49-687D-4469-8F57-9DAEF336FDA5}"/>
              </a:ext>
            </a:extLst>
          </p:cNvPr>
          <p:cNvSpPr>
            <a:spLocks xmlns:a="http://schemas.openxmlformats.org/drawingml/2006/main" noGrp="1"/>
          </p:cNvSpPr>
          <p:nvPr/>
        </p:nvSpPr>
        <p:spPr>
          <a:xfrm xmlns:a="http://schemas.openxmlformats.org/drawingml/2006/main">
            <a:off x="6400800" y="1466850"/>
            <a:ext cx="510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9842B"/>
                </a:solidFill>
              </a:defRPr>
            </a:pPr>
            <a:r>
              <a:rPr sz="1350" b="1">
                <a:solidFill>
                  <a:srgbClr val="E9842B"/>
                </a:solidFill>
              </a:rPr>
              <a:t>终端执行与刷新</a:t>
            </a:r>
          </a:p>
        </p:txBody>
      </p:sp>
      <p:sp>
        <p:nvSpPr>
          <p:cNvPr id="8" name="">
            <a:extLst xmlns:a="http://schemas.openxmlformats.org/drawingml/2006/main">
              <a:ext uri="{FF2B5EF4-FFF2-40B4-BE49-F238E27FC236}">
                <a16:creationId xmlns:a16="http://schemas.microsoft.com/office/drawing/2014/main" id="{B870A810-5E1C-46FE-8F32-59232FB6FE0E}"/>
              </a:ext>
            </a:extLst>
          </p:cNvPr>
          <p:cNvSpPr>
            <a:spLocks xmlns:a="http://schemas.openxmlformats.org/drawingml/2006/main" noGrp="1"/>
          </p:cNvSpPr>
          <p:nvPr/>
        </p:nvSpPr>
        <p:spPr>
          <a:xfrm xmlns:a="http://schemas.openxmlformats.org/drawingml/2006/main">
            <a:off x="685800" y="1809750"/>
            <a:ext cx="5143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17991C5C-FA15-4C0B-9A40-7A53D962C9D9}"/>
              </a:ext>
            </a:extLst>
          </p:cNvPr>
          <p:cNvSpPr>
            <a:spLocks xmlns:a="http://schemas.openxmlformats.org/drawingml/2006/main" noGrp="1"/>
          </p:cNvSpPr>
          <p:nvPr/>
        </p:nvSpPr>
        <p:spPr>
          <a:xfrm xmlns:a="http://schemas.openxmlformats.org/drawingml/2006/main">
            <a:off x="819150" y="1924050"/>
            <a:ext cx="361950" cy="3429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0" name="">
            <a:extLst xmlns:a="http://schemas.openxmlformats.org/drawingml/2006/main">
              <a:ext uri="{FF2B5EF4-FFF2-40B4-BE49-F238E27FC236}">
                <a16:creationId xmlns:a16="http://schemas.microsoft.com/office/drawing/2014/main" id="{86206516-3C7B-4531-84FF-124D44994FCD}"/>
              </a:ext>
            </a:extLst>
          </p:cNvPr>
          <p:cNvSpPr>
            <a:spLocks xmlns:a="http://schemas.openxmlformats.org/drawingml/2006/main" noGrp="1"/>
          </p:cNvSpPr>
          <p:nvPr/>
        </p:nvSpPr>
        <p:spPr>
          <a:xfrm xmlns:a="http://schemas.openxmlformats.org/drawingml/2006/main">
            <a:off x="876300" y="19907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11" name="">
            <a:extLst xmlns:a="http://schemas.openxmlformats.org/drawingml/2006/main">
              <a:ext uri="{FF2B5EF4-FFF2-40B4-BE49-F238E27FC236}">
                <a16:creationId xmlns:a16="http://schemas.microsoft.com/office/drawing/2014/main" id="{81B375C6-BF29-4E73-BEC5-CFAE3EA3815A}"/>
              </a:ext>
            </a:extLst>
          </p:cNvPr>
          <p:cNvSpPr>
            <a:spLocks xmlns:a="http://schemas.openxmlformats.org/drawingml/2006/main" noGrp="1"/>
          </p:cNvSpPr>
          <p:nvPr/>
        </p:nvSpPr>
        <p:spPr>
          <a:xfrm xmlns:a="http://schemas.openxmlformats.org/drawingml/2006/main">
            <a:off x="1352550" y="1933575"/>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获取需求和目标终端能力描述</a:t>
            </a:r>
          </a:p>
        </p:txBody>
      </p:sp>
      <p:sp>
        <p:nvSpPr>
          <p:cNvPr id="12" name="">
            <a:extLst xmlns:a="http://schemas.openxmlformats.org/drawingml/2006/main">
              <a:ext uri="{FF2B5EF4-FFF2-40B4-BE49-F238E27FC236}">
                <a16:creationId xmlns:a16="http://schemas.microsoft.com/office/drawing/2014/main" id="{56756683-626F-40A5-AAAA-E0CC477A3C76}"/>
              </a:ext>
            </a:extLst>
          </p:cNvPr>
          <p:cNvSpPr>
            <a:spLocks xmlns:a="http://schemas.openxmlformats.org/drawingml/2006/main" noGrp="1"/>
          </p:cNvSpPr>
          <p:nvPr/>
        </p:nvSpPr>
        <p:spPr>
          <a:xfrm xmlns:a="http://schemas.openxmlformats.org/drawingml/2006/main">
            <a:off x="685800" y="2552700"/>
            <a:ext cx="5143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4AC9A7D0-766A-46CF-8BBB-665C74C07D33}"/>
              </a:ext>
            </a:extLst>
          </p:cNvPr>
          <p:cNvSpPr>
            <a:spLocks xmlns:a="http://schemas.openxmlformats.org/drawingml/2006/main" noGrp="1"/>
          </p:cNvSpPr>
          <p:nvPr/>
        </p:nvSpPr>
        <p:spPr>
          <a:xfrm xmlns:a="http://schemas.openxmlformats.org/drawingml/2006/main">
            <a:off x="819150" y="2667000"/>
            <a:ext cx="361950" cy="3429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4" name="">
            <a:extLst xmlns:a="http://schemas.openxmlformats.org/drawingml/2006/main">
              <a:ext uri="{FF2B5EF4-FFF2-40B4-BE49-F238E27FC236}">
                <a16:creationId xmlns:a16="http://schemas.microsoft.com/office/drawing/2014/main" id="{0FCE8E86-BAC5-4EEA-B5CD-523458E00A79}"/>
              </a:ext>
            </a:extLst>
          </p:cNvPr>
          <p:cNvSpPr>
            <a:spLocks xmlns:a="http://schemas.openxmlformats.org/drawingml/2006/main" noGrp="1"/>
          </p:cNvSpPr>
          <p:nvPr/>
        </p:nvSpPr>
        <p:spPr>
          <a:xfrm xmlns:a="http://schemas.openxmlformats.org/drawingml/2006/main">
            <a:off x="876300" y="273367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5" name="">
            <a:extLst xmlns:a="http://schemas.openxmlformats.org/drawingml/2006/main">
              <a:ext uri="{FF2B5EF4-FFF2-40B4-BE49-F238E27FC236}">
                <a16:creationId xmlns:a16="http://schemas.microsoft.com/office/drawing/2014/main" id="{520B6542-FE46-440A-8E2A-7205E5F20681}"/>
              </a:ext>
            </a:extLst>
          </p:cNvPr>
          <p:cNvSpPr>
            <a:spLocks xmlns:a="http://schemas.openxmlformats.org/drawingml/2006/main" noGrp="1"/>
          </p:cNvSpPr>
          <p:nvPr/>
        </p:nvSpPr>
        <p:spPr>
          <a:xfrm xmlns:a="http://schemas.openxmlformats.org/drawingml/2006/main">
            <a:off x="1352550" y="2676525"/>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142536"/>
                </a:solidFill>
              </a:defRPr>
            </a:pPr>
            <a:r>
              <a:rPr sz="1238" b="1">
                <a:solidFill>
                  <a:srgbClr val="142536"/>
                </a:solidFill>
              </a:rPr>
              <a:t>生成含能力调用、输出结构和写入命名空间的数据执行契约</a:t>
            </a:r>
          </a:p>
        </p:txBody>
      </p:sp>
      <p:sp>
        <p:nvSpPr>
          <p:cNvPr id="16" name="">
            <a:extLst xmlns:a="http://schemas.openxmlformats.org/drawingml/2006/main">
              <a:ext uri="{FF2B5EF4-FFF2-40B4-BE49-F238E27FC236}">
                <a16:creationId xmlns:a16="http://schemas.microsoft.com/office/drawing/2014/main" id="{BDFD763C-7E16-4503-B4EC-A2EF130F2457}"/>
              </a:ext>
            </a:extLst>
          </p:cNvPr>
          <p:cNvSpPr>
            <a:spLocks xmlns:a="http://schemas.openxmlformats.org/drawingml/2006/main" noGrp="1"/>
          </p:cNvSpPr>
          <p:nvPr/>
        </p:nvSpPr>
        <p:spPr>
          <a:xfrm xmlns:a="http://schemas.openxmlformats.org/drawingml/2006/main">
            <a:off x="685800" y="3295650"/>
            <a:ext cx="5143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394DB1FF-9266-4800-942A-44489D7D9335}"/>
              </a:ext>
            </a:extLst>
          </p:cNvPr>
          <p:cNvSpPr>
            <a:spLocks xmlns:a="http://schemas.openxmlformats.org/drawingml/2006/main" noGrp="1"/>
          </p:cNvSpPr>
          <p:nvPr/>
        </p:nvSpPr>
        <p:spPr>
          <a:xfrm xmlns:a="http://schemas.openxmlformats.org/drawingml/2006/main">
            <a:off x="819150" y="3409950"/>
            <a:ext cx="361950" cy="3429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18" name="">
            <a:extLst xmlns:a="http://schemas.openxmlformats.org/drawingml/2006/main">
              <a:ext uri="{FF2B5EF4-FFF2-40B4-BE49-F238E27FC236}">
                <a16:creationId xmlns:a16="http://schemas.microsoft.com/office/drawing/2014/main" id="{FFD1EFDC-3B13-40A1-B823-D4D784D5E788}"/>
              </a:ext>
            </a:extLst>
          </p:cNvPr>
          <p:cNvSpPr>
            <a:spLocks xmlns:a="http://schemas.openxmlformats.org/drawingml/2006/main" noGrp="1"/>
          </p:cNvSpPr>
          <p:nvPr/>
        </p:nvSpPr>
        <p:spPr>
          <a:xfrm xmlns:a="http://schemas.openxmlformats.org/drawingml/2006/main">
            <a:off x="876300" y="34766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9" name="">
            <a:extLst xmlns:a="http://schemas.openxmlformats.org/drawingml/2006/main">
              <a:ext uri="{FF2B5EF4-FFF2-40B4-BE49-F238E27FC236}">
                <a16:creationId xmlns:a16="http://schemas.microsoft.com/office/drawing/2014/main" id="{3660B04B-84CF-407C-8EE4-68B899B4A3DE}"/>
              </a:ext>
            </a:extLst>
          </p:cNvPr>
          <p:cNvSpPr>
            <a:spLocks xmlns:a="http://schemas.openxmlformats.org/drawingml/2006/main" noGrp="1"/>
          </p:cNvSpPr>
          <p:nvPr/>
        </p:nvSpPr>
        <p:spPr>
          <a:xfrm xmlns:a="http://schemas.openxmlformats.org/drawingml/2006/main">
            <a:off x="1352550" y="3419475"/>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从执行契约生成不含真实数据的最小数据结构投影</a:t>
            </a:r>
          </a:p>
        </p:txBody>
      </p:sp>
      <p:sp>
        <p:nvSpPr>
          <p:cNvPr id="20" name="">
            <a:extLst xmlns:a="http://schemas.openxmlformats.org/drawingml/2006/main">
              <a:ext uri="{FF2B5EF4-FFF2-40B4-BE49-F238E27FC236}">
                <a16:creationId xmlns:a16="http://schemas.microsoft.com/office/drawing/2014/main" id="{855D452F-E352-41EB-9775-44E98391ECE9}"/>
              </a:ext>
            </a:extLst>
          </p:cNvPr>
          <p:cNvSpPr>
            <a:spLocks xmlns:a="http://schemas.openxmlformats.org/drawingml/2006/main" noGrp="1"/>
          </p:cNvSpPr>
          <p:nvPr/>
        </p:nvSpPr>
        <p:spPr>
          <a:xfrm xmlns:a="http://schemas.openxmlformats.org/drawingml/2006/main">
            <a:off x="685800" y="4038600"/>
            <a:ext cx="5143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BC302A94-67E2-4829-B0EA-59C4A8575C37}"/>
              </a:ext>
            </a:extLst>
          </p:cNvPr>
          <p:cNvSpPr>
            <a:spLocks xmlns:a="http://schemas.openxmlformats.org/drawingml/2006/main" noGrp="1"/>
          </p:cNvSpPr>
          <p:nvPr/>
        </p:nvSpPr>
        <p:spPr>
          <a:xfrm xmlns:a="http://schemas.openxmlformats.org/drawingml/2006/main">
            <a:off x="819150" y="4152900"/>
            <a:ext cx="361950" cy="3429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22" name="">
            <a:extLst xmlns:a="http://schemas.openxmlformats.org/drawingml/2006/main">
              <a:ext uri="{FF2B5EF4-FFF2-40B4-BE49-F238E27FC236}">
                <a16:creationId xmlns:a16="http://schemas.microsoft.com/office/drawing/2014/main" id="{83AC57D1-6DE5-4FCE-A20A-010CA31C30B1}"/>
              </a:ext>
            </a:extLst>
          </p:cNvPr>
          <p:cNvSpPr>
            <a:spLocks xmlns:a="http://schemas.openxmlformats.org/drawingml/2006/main" noGrp="1"/>
          </p:cNvSpPr>
          <p:nvPr/>
        </p:nvSpPr>
        <p:spPr>
          <a:xfrm xmlns:a="http://schemas.openxmlformats.org/drawingml/2006/main">
            <a:off x="876300" y="421957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3" name="">
            <a:extLst xmlns:a="http://schemas.openxmlformats.org/drawingml/2006/main">
              <a:ext uri="{FF2B5EF4-FFF2-40B4-BE49-F238E27FC236}">
                <a16:creationId xmlns:a16="http://schemas.microsoft.com/office/drawing/2014/main" id="{D45D5C32-9EB5-4D28-90A5-8C427E7B57A8}"/>
              </a:ext>
            </a:extLst>
          </p:cNvPr>
          <p:cNvSpPr>
            <a:spLocks xmlns:a="http://schemas.openxmlformats.org/drawingml/2006/main" noGrp="1"/>
          </p:cNvSpPr>
          <p:nvPr/>
        </p:nvSpPr>
        <p:spPr>
          <a:xfrm xmlns:a="http://schemas.openxmlformats.org/drawingml/2006/main">
            <a:off x="1352550" y="4162425"/>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基于投影生成界面描述协议</a:t>
            </a:r>
          </a:p>
        </p:txBody>
      </p:sp>
      <p:sp>
        <p:nvSpPr>
          <p:cNvPr id="24" name="">
            <a:extLst xmlns:a="http://schemas.openxmlformats.org/drawingml/2006/main">
              <a:ext uri="{FF2B5EF4-FFF2-40B4-BE49-F238E27FC236}">
                <a16:creationId xmlns:a16="http://schemas.microsoft.com/office/drawing/2014/main" id="{CF524CBE-54F8-4B1A-9C65-32884CBB291D}"/>
              </a:ext>
            </a:extLst>
          </p:cNvPr>
          <p:cNvSpPr>
            <a:spLocks xmlns:a="http://schemas.openxmlformats.org/drawingml/2006/main" noGrp="1"/>
          </p:cNvSpPr>
          <p:nvPr/>
        </p:nvSpPr>
        <p:spPr>
          <a:xfrm xmlns:a="http://schemas.openxmlformats.org/drawingml/2006/main">
            <a:off x="685800" y="4781550"/>
            <a:ext cx="5143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410C983F-647E-4C87-8401-2DB8546E5D9A}"/>
              </a:ext>
            </a:extLst>
          </p:cNvPr>
          <p:cNvSpPr>
            <a:spLocks xmlns:a="http://schemas.openxmlformats.org/drawingml/2006/main" noGrp="1"/>
          </p:cNvSpPr>
          <p:nvPr/>
        </p:nvSpPr>
        <p:spPr>
          <a:xfrm xmlns:a="http://schemas.openxmlformats.org/drawingml/2006/main">
            <a:off x="819150" y="4895850"/>
            <a:ext cx="361950" cy="3429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26" name="">
            <a:extLst xmlns:a="http://schemas.openxmlformats.org/drawingml/2006/main">
              <a:ext uri="{FF2B5EF4-FFF2-40B4-BE49-F238E27FC236}">
                <a16:creationId xmlns:a16="http://schemas.microsoft.com/office/drawing/2014/main" id="{F6EA378A-B03F-42F8-8F22-8B1D27098265}"/>
              </a:ext>
            </a:extLst>
          </p:cNvPr>
          <p:cNvSpPr>
            <a:spLocks xmlns:a="http://schemas.openxmlformats.org/drawingml/2006/main" noGrp="1"/>
          </p:cNvSpPr>
          <p:nvPr/>
        </p:nvSpPr>
        <p:spPr>
          <a:xfrm xmlns:a="http://schemas.openxmlformats.org/drawingml/2006/main">
            <a:off x="876300" y="49625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5</a:t>
            </a:r>
          </a:p>
        </p:txBody>
      </p:sp>
      <p:sp>
        <p:nvSpPr>
          <p:cNvPr id="27" name="">
            <a:extLst xmlns:a="http://schemas.openxmlformats.org/drawingml/2006/main">
              <a:ext uri="{FF2B5EF4-FFF2-40B4-BE49-F238E27FC236}">
                <a16:creationId xmlns:a16="http://schemas.microsoft.com/office/drawing/2014/main" id="{23FD6014-B97F-45B8-8996-C2CA252BCF8A}"/>
              </a:ext>
            </a:extLst>
          </p:cNvPr>
          <p:cNvSpPr>
            <a:spLocks xmlns:a="http://schemas.openxmlformats.org/drawingml/2006/main" noGrp="1"/>
          </p:cNvSpPr>
          <p:nvPr/>
        </p:nvSpPr>
        <p:spPr>
          <a:xfrm xmlns:a="http://schemas.openxmlformats.org/drawingml/2006/main">
            <a:off x="1352550" y="4905375"/>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1">
                <a:solidFill>
                  <a:srgbClr val="142536"/>
                </a:solidFill>
              </a:defRPr>
            </a:pPr>
            <a:r>
              <a:rPr sz="1238" b="1">
                <a:solidFill>
                  <a:srgbClr val="142536"/>
                </a:solidFill>
              </a:rPr>
              <a:t>校验界面动态路径可由执行契约输出路径推导</a:t>
            </a:r>
          </a:p>
        </p:txBody>
      </p:sp>
      <p:sp>
        <p:nvSpPr>
          <p:cNvPr id="28" name="">
            <a:extLst xmlns:a="http://schemas.openxmlformats.org/drawingml/2006/main">
              <a:ext uri="{FF2B5EF4-FFF2-40B4-BE49-F238E27FC236}">
                <a16:creationId xmlns:a16="http://schemas.microsoft.com/office/drawing/2014/main" id="{ACEE2C1E-ADA6-41EA-BD23-13CC6D04CBBD}"/>
              </a:ext>
            </a:extLst>
          </p:cNvPr>
          <p:cNvSpPr>
            <a:spLocks xmlns:a="http://schemas.openxmlformats.org/drawingml/2006/main" noGrp="1"/>
          </p:cNvSpPr>
          <p:nvPr/>
        </p:nvSpPr>
        <p:spPr>
          <a:xfrm xmlns:a="http://schemas.openxmlformats.org/drawingml/2006/main">
            <a:off x="6400800" y="1809750"/>
            <a:ext cx="51054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9804DA2D-84B2-476E-915A-0767F0FCDAC9}"/>
              </a:ext>
            </a:extLst>
          </p:cNvPr>
          <p:cNvSpPr>
            <a:spLocks xmlns:a="http://schemas.openxmlformats.org/drawingml/2006/main" noGrp="1"/>
          </p:cNvSpPr>
          <p:nvPr/>
        </p:nvSpPr>
        <p:spPr>
          <a:xfrm xmlns:a="http://schemas.openxmlformats.org/drawingml/2006/main">
            <a:off x="6572250" y="2095500"/>
            <a:ext cx="400050" cy="40005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30" name="">
            <a:extLst xmlns:a="http://schemas.openxmlformats.org/drawingml/2006/main">
              <a:ext uri="{FF2B5EF4-FFF2-40B4-BE49-F238E27FC236}">
                <a16:creationId xmlns:a16="http://schemas.microsoft.com/office/drawing/2014/main" id="{F4BCD315-EEE9-4AAE-9A94-AD79FEEAA2AF}"/>
              </a:ext>
            </a:extLst>
          </p:cNvPr>
          <p:cNvSpPr>
            <a:spLocks xmlns:a="http://schemas.openxmlformats.org/drawingml/2006/main" noGrp="1"/>
          </p:cNvSpPr>
          <p:nvPr/>
        </p:nvSpPr>
        <p:spPr>
          <a:xfrm xmlns:a="http://schemas.openxmlformats.org/drawingml/2006/main">
            <a:off x="6648450" y="21812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defRPr>
            </a:pPr>
            <a:r>
              <a:rPr sz="1200" b="1">
                <a:solidFill>
                  <a:srgbClr val="FFFFFF"/>
                </a:solidFill>
              </a:rPr>
              <a:t>6</a:t>
            </a:r>
          </a:p>
        </p:txBody>
      </p:sp>
      <p:sp>
        <p:nvSpPr>
          <p:cNvPr id="31" name="">
            <a:extLst xmlns:a="http://schemas.openxmlformats.org/drawingml/2006/main">
              <a:ext uri="{FF2B5EF4-FFF2-40B4-BE49-F238E27FC236}">
                <a16:creationId xmlns:a16="http://schemas.microsoft.com/office/drawing/2014/main" id="{6AC6B36C-6332-4934-BCD0-307E87BE233A}"/>
              </a:ext>
            </a:extLst>
          </p:cNvPr>
          <p:cNvSpPr>
            <a:spLocks xmlns:a="http://schemas.openxmlformats.org/drawingml/2006/main" noGrp="1"/>
          </p:cNvSpPr>
          <p:nvPr/>
        </p:nvSpPr>
        <p:spPr>
          <a:xfrm xmlns:a="http://schemas.openxmlformats.org/drawingml/2006/main">
            <a:off x="7162800" y="20097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将界面协议与数据执行契约关联下发至终端</a:t>
            </a:r>
          </a:p>
        </p:txBody>
      </p:sp>
      <p:sp>
        <p:nvSpPr>
          <p:cNvPr id="32" name="">
            <a:extLst xmlns:a="http://schemas.openxmlformats.org/drawingml/2006/main">
              <a:ext uri="{FF2B5EF4-FFF2-40B4-BE49-F238E27FC236}">
                <a16:creationId xmlns:a16="http://schemas.microsoft.com/office/drawing/2014/main" id="{66ECD786-4DBC-491C-BE86-50C3A8F179DB}"/>
              </a:ext>
            </a:extLst>
          </p:cNvPr>
          <p:cNvSpPr>
            <a:spLocks xmlns:a="http://schemas.openxmlformats.org/drawingml/2006/main" noGrp="1"/>
          </p:cNvSpPr>
          <p:nvPr/>
        </p:nvSpPr>
        <p:spPr>
          <a:xfrm xmlns:a="http://schemas.openxmlformats.org/drawingml/2006/main">
            <a:off x="6400800" y="3067050"/>
            <a:ext cx="51054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407DA690-0760-4186-A273-5133EB1EF8F7}"/>
              </a:ext>
            </a:extLst>
          </p:cNvPr>
          <p:cNvSpPr>
            <a:spLocks xmlns:a="http://schemas.openxmlformats.org/drawingml/2006/main" noGrp="1"/>
          </p:cNvSpPr>
          <p:nvPr/>
        </p:nvSpPr>
        <p:spPr>
          <a:xfrm xmlns:a="http://schemas.openxmlformats.org/drawingml/2006/main">
            <a:off x="6572250" y="3352800"/>
            <a:ext cx="400050" cy="40005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34" name="">
            <a:extLst xmlns:a="http://schemas.openxmlformats.org/drawingml/2006/main">
              <a:ext uri="{FF2B5EF4-FFF2-40B4-BE49-F238E27FC236}">
                <a16:creationId xmlns:a16="http://schemas.microsoft.com/office/drawing/2014/main" id="{CBDFF12C-1BAD-400D-8BB9-37321F9332B5}"/>
              </a:ext>
            </a:extLst>
          </p:cNvPr>
          <p:cNvSpPr>
            <a:spLocks xmlns:a="http://schemas.openxmlformats.org/drawingml/2006/main" noGrp="1"/>
          </p:cNvSpPr>
          <p:nvPr/>
        </p:nvSpPr>
        <p:spPr>
          <a:xfrm xmlns:a="http://schemas.openxmlformats.org/drawingml/2006/main">
            <a:off x="6648450" y="34385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defRPr>
            </a:pPr>
            <a:r>
              <a:rPr sz="1200" b="1">
                <a:solidFill>
                  <a:srgbClr val="FFFFFF"/>
                </a:solidFill>
              </a:rPr>
              <a:t>7</a:t>
            </a:r>
          </a:p>
        </p:txBody>
      </p:sp>
      <p:sp>
        <p:nvSpPr>
          <p:cNvPr id="35" name="">
            <a:extLst xmlns:a="http://schemas.openxmlformats.org/drawingml/2006/main">
              <a:ext uri="{FF2B5EF4-FFF2-40B4-BE49-F238E27FC236}">
                <a16:creationId xmlns:a16="http://schemas.microsoft.com/office/drawing/2014/main" id="{20EF7ADC-1CD1-4A35-87FC-B868585FE713}"/>
              </a:ext>
            </a:extLst>
          </p:cNvPr>
          <p:cNvSpPr>
            <a:spLocks xmlns:a="http://schemas.openxmlformats.org/drawingml/2006/main" noGrp="1"/>
          </p:cNvSpPr>
          <p:nvPr/>
        </p:nvSpPr>
        <p:spPr>
          <a:xfrm xmlns:a="http://schemas.openxmlformats.org/drawingml/2006/main">
            <a:off x="7162800" y="32670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终端执行契约，并按 output schema 校验能力返回结果</a:t>
            </a:r>
          </a:p>
        </p:txBody>
      </p:sp>
      <p:sp>
        <p:nvSpPr>
          <p:cNvPr id="36" name="">
            <a:extLst xmlns:a="http://schemas.openxmlformats.org/drawingml/2006/main">
              <a:ext uri="{FF2B5EF4-FFF2-40B4-BE49-F238E27FC236}">
                <a16:creationId xmlns:a16="http://schemas.microsoft.com/office/drawing/2014/main" id="{479BAD34-2650-4A86-9ABD-839EAAB4FE3D}"/>
              </a:ext>
            </a:extLst>
          </p:cNvPr>
          <p:cNvSpPr>
            <a:spLocks xmlns:a="http://schemas.openxmlformats.org/drawingml/2006/main" noGrp="1"/>
          </p:cNvSpPr>
          <p:nvPr/>
        </p:nvSpPr>
        <p:spPr>
          <a:xfrm xmlns:a="http://schemas.openxmlformats.org/drawingml/2006/main">
            <a:off x="6400800" y="4324350"/>
            <a:ext cx="5105400" cy="952500"/>
          </a:xfrm>
          <a:prstGeom xmlns:a="http://schemas.openxmlformats.org/drawingml/2006/main" prst="roundRect">
            <a:avLst>
              <a:gd name="adj" fmla="val 8000"/>
            </a:avLst>
          </a:prstGeom>
          <a:solidFill xmlns:a="http://schemas.openxmlformats.org/drawingml/2006/main">
            <a:srgbClr val="FFF0E3"/>
          </a:solidFill>
          <a:ln xmlns:a="http://schemas.openxmlformats.org/drawingml/2006/main" w="9525">
            <a:solidFill>
              <a:srgbClr val="F6C79C"/>
            </a:solidFill>
            <a:prstDash val="solid"/>
          </a:ln>
        </p:spPr>
      </p:sp>
      <p:sp>
        <p:nvSpPr>
          <p:cNvPr id="37" name="">
            <a:extLst xmlns:a="http://schemas.openxmlformats.org/drawingml/2006/main">
              <a:ext uri="{FF2B5EF4-FFF2-40B4-BE49-F238E27FC236}">
                <a16:creationId xmlns:a16="http://schemas.microsoft.com/office/drawing/2014/main" id="{8823A87D-B7C8-4C15-8C87-49C2EC6AB365}"/>
              </a:ext>
            </a:extLst>
          </p:cNvPr>
          <p:cNvSpPr>
            <a:spLocks xmlns:a="http://schemas.openxmlformats.org/drawingml/2006/main" noGrp="1"/>
          </p:cNvSpPr>
          <p:nvPr/>
        </p:nvSpPr>
        <p:spPr>
          <a:xfrm xmlns:a="http://schemas.openxmlformats.org/drawingml/2006/main">
            <a:off x="6572250" y="4610100"/>
            <a:ext cx="400050" cy="400050"/>
          </a:xfrm>
          <a:prstGeom xmlns:a="http://schemas.openxmlformats.org/drawingml/2006/main" prst="roundRect">
            <a:avLst>
              <a:gd name="adj" fmla="val 50000"/>
            </a:avLst>
          </a:prstGeom>
          <a:solidFill xmlns:a="http://schemas.openxmlformats.org/drawingml/2006/main">
            <a:srgbClr val="E9842B"/>
          </a:solidFill>
          <a:ln xmlns:a="http://schemas.openxmlformats.org/drawingml/2006/main" w="9525">
            <a:solidFill>
              <a:srgbClr val="E9842B"/>
            </a:solidFill>
            <a:prstDash val="solid"/>
          </a:ln>
        </p:spPr>
      </p:sp>
      <p:sp>
        <p:nvSpPr>
          <p:cNvPr id="38" name="">
            <a:extLst xmlns:a="http://schemas.openxmlformats.org/drawingml/2006/main">
              <a:ext uri="{FF2B5EF4-FFF2-40B4-BE49-F238E27FC236}">
                <a16:creationId xmlns:a16="http://schemas.microsoft.com/office/drawing/2014/main" id="{8775DEAA-7F32-40FF-B9E5-7C8EF3741D0B}"/>
              </a:ext>
            </a:extLst>
          </p:cNvPr>
          <p:cNvSpPr>
            <a:spLocks xmlns:a="http://schemas.openxmlformats.org/drawingml/2006/main" noGrp="1"/>
          </p:cNvSpPr>
          <p:nvPr/>
        </p:nvSpPr>
        <p:spPr>
          <a:xfrm xmlns:a="http://schemas.openxmlformats.org/drawingml/2006/main">
            <a:off x="6648450" y="46958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defRPr>
            </a:pPr>
            <a:r>
              <a:rPr sz="1200" b="1">
                <a:solidFill>
                  <a:srgbClr val="FFFFFF"/>
                </a:solidFill>
              </a:rPr>
              <a:t>8</a:t>
            </a:r>
          </a:p>
        </p:txBody>
      </p:sp>
      <p:sp>
        <p:nvSpPr>
          <p:cNvPr id="39" name="">
            <a:extLst xmlns:a="http://schemas.openxmlformats.org/drawingml/2006/main">
              <a:ext uri="{FF2B5EF4-FFF2-40B4-BE49-F238E27FC236}">
                <a16:creationId xmlns:a16="http://schemas.microsoft.com/office/drawing/2014/main" id="{0CD43859-F60F-42CA-AFBF-A65C57CED0B4}"/>
              </a:ext>
            </a:extLst>
          </p:cNvPr>
          <p:cNvSpPr>
            <a:spLocks xmlns:a="http://schemas.openxmlformats.org/drawingml/2006/main" noGrp="1"/>
          </p:cNvSpPr>
          <p:nvPr/>
        </p:nvSpPr>
        <p:spPr>
          <a:xfrm xmlns:a="http://schemas.openxmlformats.org/drawingml/2006/main">
            <a:off x="7162800" y="45243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42536"/>
                </a:solidFill>
              </a:defRPr>
            </a:pPr>
            <a:r>
              <a:rPr sz="1275" b="1">
                <a:solidFill>
                  <a:srgbClr val="142536"/>
                </a:solidFill>
              </a:rPr>
              <a:t>把结果编译为含 path 与 value 的 DataModel 更新消息，注入运行时并刷新组件</a:t>
            </a:r>
          </a:p>
        </p:txBody>
      </p:sp>
      <p:sp>
        <p:nvSpPr>
          <p:cNvPr id="40" name="">
            <a:extLst xmlns:a="http://schemas.openxmlformats.org/drawingml/2006/main">
              <a:ext uri="{FF2B5EF4-FFF2-40B4-BE49-F238E27FC236}">
                <a16:creationId xmlns:a16="http://schemas.microsoft.com/office/drawing/2014/main" id="{63F2E7A6-D0AB-463F-93FA-1F70E5042EB2}"/>
              </a:ext>
            </a:extLst>
          </p:cNvPr>
          <p:cNvSpPr>
            <a:spLocks xmlns:a="http://schemas.openxmlformats.org/drawingml/2006/main" noGrp="1"/>
          </p:cNvSpPr>
          <p:nvPr/>
        </p:nvSpPr>
        <p:spPr>
          <a:xfrm xmlns:a="http://schemas.openxmlformats.org/drawingml/2006/main">
            <a:off x="6400800" y="5676900"/>
            <a:ext cx="5105400" cy="457200"/>
          </a:xfrm>
          <a:prstGeom xmlns:a="http://schemas.openxmlformats.org/drawingml/2006/main" prst="roundRect">
            <a:avLst>
              <a:gd name="adj" fmla="val 25000"/>
            </a:avLst>
          </a:prstGeom>
          <a:solidFill xmlns:a="http://schemas.openxmlformats.org/drawingml/2006/main">
            <a:srgbClr val="0B1F33"/>
          </a:solidFill>
          <a:ln xmlns:a="http://schemas.openxmlformats.org/drawingml/2006/main" w="9525">
            <a:solidFill>
              <a:srgbClr val="0B1F33"/>
            </a:solidFill>
            <a:prstDash val="solid"/>
          </a:ln>
        </p:spPr>
      </p:sp>
      <p:sp>
        <p:nvSpPr>
          <p:cNvPr id="41" name="">
            <a:extLst xmlns:a="http://schemas.openxmlformats.org/drawingml/2006/main">
              <a:ext uri="{FF2B5EF4-FFF2-40B4-BE49-F238E27FC236}">
                <a16:creationId xmlns:a16="http://schemas.microsoft.com/office/drawing/2014/main" id="{B23892C9-E562-454B-8912-19EA57E9FBB9}"/>
              </a:ext>
            </a:extLst>
          </p:cNvPr>
          <p:cNvSpPr>
            <a:spLocks xmlns:a="http://schemas.openxmlformats.org/drawingml/2006/main" noGrp="1"/>
          </p:cNvSpPr>
          <p:nvPr/>
        </p:nvSpPr>
        <p:spPr>
          <a:xfrm xmlns:a="http://schemas.openxmlformats.org/drawingml/2006/main">
            <a:off x="6572250" y="58007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FFFFFF"/>
                </a:solidFill>
              </a:defRPr>
            </a:pPr>
            <a:r>
              <a:rPr sz="1125" b="0">
                <a:solidFill>
                  <a:srgbClr val="FFFFFF"/>
                </a:solidFill>
              </a:rPr>
              <a:t>从属限定：摘要绑定、刷新/驻留策略、路径证明、有限修复与同步降级</a:t>
            </a:r>
          </a:p>
        </p:txBody>
      </p:sp>
    </p:spTree>
    <p:extLst>
      <p:ext uri="{BB962C8B-B14F-4D97-AF65-F5344CB8AC3E}">
        <p14:creationId xmlns:p14="http://schemas.microsoft.com/office/powerpoint/2010/main" val="1763505690"/>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5DEDAA1-785B-4896-A1FC-ABB965C23B88}"/>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四、技术效果</a:t>
            </a:r>
          </a:p>
        </p:txBody>
      </p:sp>
      <p:sp>
        <p:nvSpPr>
          <p:cNvPr id="2" name="title-15">
            <a:extLst xmlns:a="http://schemas.openxmlformats.org/drawingml/2006/main">
              <a:ext uri="{FF2B5EF4-FFF2-40B4-BE49-F238E27FC236}">
                <a16:creationId xmlns:a16="http://schemas.microsoft.com/office/drawing/2014/main" id="{0CDC0F47-589C-4163-95F4-3579EC24AE41}"/>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P1—P5 的技术效果可以逐项验证</a:t>
            </a:r>
          </a:p>
        </p:txBody>
      </p:sp>
      <p:sp>
        <p:nvSpPr>
          <p:cNvPr id="3" name="">
            <a:extLst xmlns:a="http://schemas.openxmlformats.org/drawingml/2006/main">
              <a:ext uri="{FF2B5EF4-FFF2-40B4-BE49-F238E27FC236}">
                <a16:creationId xmlns:a16="http://schemas.microsoft.com/office/drawing/2014/main" id="{CEB10E78-CDE5-4713-9A94-65D60B0CF36B}"/>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E579285B-8992-4493-8205-AE208C85300D}"/>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15</a:t>
            </a:r>
          </a:p>
        </p:txBody>
      </p:sp>
      <p:sp>
        <p:nvSpPr>
          <p:cNvPr id="5" name="">
            <a:extLst xmlns:a="http://schemas.openxmlformats.org/drawingml/2006/main">
              <a:ext uri="{FF2B5EF4-FFF2-40B4-BE49-F238E27FC236}">
                <a16:creationId xmlns:a16="http://schemas.microsoft.com/office/drawing/2014/main" id="{2880CE7B-56CE-4BF6-A54D-3BE0BF3E03B7}"/>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7D7B3CCF-0AE9-43ED-871F-FF4922707EE4}"/>
              </a:ext>
            </a:extLst>
          </p:cNvPr>
          <p:cNvSpPr>
            <a:spLocks xmlns:a="http://schemas.openxmlformats.org/drawingml/2006/main" noGrp="1"/>
          </p:cNvSpPr>
          <p:nvPr/>
        </p:nvSpPr>
        <p:spPr>
          <a:xfrm xmlns:a="http://schemas.openxmlformats.org/drawingml/2006/main">
            <a:off x="685800" y="1466850"/>
            <a:ext cx="1047750" cy="4000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7" name="">
            <a:extLst xmlns:a="http://schemas.openxmlformats.org/drawingml/2006/main">
              <a:ext uri="{FF2B5EF4-FFF2-40B4-BE49-F238E27FC236}">
                <a16:creationId xmlns:a16="http://schemas.microsoft.com/office/drawing/2014/main" id="{512222C3-30E4-4D6E-948E-95033BC6F783}"/>
              </a:ext>
            </a:extLst>
          </p:cNvPr>
          <p:cNvSpPr>
            <a:spLocks xmlns:a="http://schemas.openxmlformats.org/drawingml/2006/main" noGrp="1"/>
          </p:cNvSpPr>
          <p:nvPr/>
        </p:nvSpPr>
        <p:spPr>
          <a:xfrm xmlns:a="http://schemas.openxmlformats.org/drawingml/2006/main">
            <a:off x="800100" y="1552575"/>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保护点</a:t>
            </a:r>
          </a:p>
        </p:txBody>
      </p:sp>
      <p:sp>
        <p:nvSpPr>
          <p:cNvPr id="8" name="">
            <a:extLst xmlns:a="http://schemas.openxmlformats.org/drawingml/2006/main">
              <a:ext uri="{FF2B5EF4-FFF2-40B4-BE49-F238E27FC236}">
                <a16:creationId xmlns:a16="http://schemas.microsoft.com/office/drawing/2014/main" id="{F2F5C20C-D940-40F1-A0A7-C4DBD0BD7907}"/>
              </a:ext>
            </a:extLst>
          </p:cNvPr>
          <p:cNvSpPr>
            <a:spLocks xmlns:a="http://schemas.openxmlformats.org/drawingml/2006/main" noGrp="1"/>
          </p:cNvSpPr>
          <p:nvPr/>
        </p:nvSpPr>
        <p:spPr>
          <a:xfrm xmlns:a="http://schemas.openxmlformats.org/drawingml/2006/main">
            <a:off x="1733550" y="1466850"/>
            <a:ext cx="5286375" cy="4000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9" name="">
            <a:extLst xmlns:a="http://schemas.openxmlformats.org/drawingml/2006/main">
              <a:ext uri="{FF2B5EF4-FFF2-40B4-BE49-F238E27FC236}">
                <a16:creationId xmlns:a16="http://schemas.microsoft.com/office/drawing/2014/main" id="{BCE12B89-48AC-4376-B80A-9B5CC8F333AD}"/>
              </a:ext>
            </a:extLst>
          </p:cNvPr>
          <p:cNvSpPr>
            <a:spLocks xmlns:a="http://schemas.openxmlformats.org/drawingml/2006/main" noGrp="1"/>
          </p:cNvSpPr>
          <p:nvPr/>
        </p:nvSpPr>
        <p:spPr>
          <a:xfrm xmlns:a="http://schemas.openxmlformats.org/drawingml/2006/main">
            <a:off x="1847850" y="1552575"/>
            <a:ext cx="5057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对应技术效果</a:t>
            </a:r>
          </a:p>
        </p:txBody>
      </p:sp>
      <p:sp>
        <p:nvSpPr>
          <p:cNvPr id="10" name="">
            <a:extLst xmlns:a="http://schemas.openxmlformats.org/drawingml/2006/main">
              <a:ext uri="{FF2B5EF4-FFF2-40B4-BE49-F238E27FC236}">
                <a16:creationId xmlns:a16="http://schemas.microsoft.com/office/drawing/2014/main" id="{B90F4FF4-2E34-46FB-8483-209AC02283BC}"/>
              </a:ext>
            </a:extLst>
          </p:cNvPr>
          <p:cNvSpPr>
            <a:spLocks xmlns:a="http://schemas.openxmlformats.org/drawingml/2006/main" noGrp="1"/>
          </p:cNvSpPr>
          <p:nvPr/>
        </p:nvSpPr>
        <p:spPr>
          <a:xfrm xmlns:a="http://schemas.openxmlformats.org/drawingml/2006/main">
            <a:off x="7019925" y="1466850"/>
            <a:ext cx="4486275" cy="4000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11" name="">
            <a:extLst xmlns:a="http://schemas.openxmlformats.org/drawingml/2006/main">
              <a:ext uri="{FF2B5EF4-FFF2-40B4-BE49-F238E27FC236}">
                <a16:creationId xmlns:a16="http://schemas.microsoft.com/office/drawing/2014/main" id="{21B6B60F-4A2E-456A-A1E9-BF77DECD2154}"/>
              </a:ext>
            </a:extLst>
          </p:cNvPr>
          <p:cNvSpPr>
            <a:spLocks xmlns:a="http://schemas.openxmlformats.org/drawingml/2006/main" noGrp="1"/>
          </p:cNvSpPr>
          <p:nvPr/>
        </p:nvSpPr>
        <p:spPr>
          <a:xfrm xmlns:a="http://schemas.openxmlformats.org/drawingml/2006/main">
            <a:off x="7134225" y="1552575"/>
            <a:ext cx="4257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建议验证指标</a:t>
            </a:r>
          </a:p>
        </p:txBody>
      </p:sp>
      <p:sp>
        <p:nvSpPr>
          <p:cNvPr id="12" name="">
            <a:extLst xmlns:a="http://schemas.openxmlformats.org/drawingml/2006/main">
              <a:ext uri="{FF2B5EF4-FFF2-40B4-BE49-F238E27FC236}">
                <a16:creationId xmlns:a16="http://schemas.microsoft.com/office/drawing/2014/main" id="{299CC214-9D85-43B5-9973-DAFF3112D1E1}"/>
              </a:ext>
            </a:extLst>
          </p:cNvPr>
          <p:cNvSpPr>
            <a:spLocks xmlns:a="http://schemas.openxmlformats.org/drawingml/2006/main" noGrp="1"/>
          </p:cNvSpPr>
          <p:nvPr/>
        </p:nvSpPr>
        <p:spPr>
          <a:xfrm xmlns:a="http://schemas.openxmlformats.org/drawingml/2006/main">
            <a:off x="685800" y="1866900"/>
            <a:ext cx="1047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7E8F1941-A4A4-4F30-BD2E-46CA1241D2BC}"/>
              </a:ext>
            </a:extLst>
          </p:cNvPr>
          <p:cNvSpPr>
            <a:spLocks xmlns:a="http://schemas.openxmlformats.org/drawingml/2006/main" noGrp="1"/>
          </p:cNvSpPr>
          <p:nvPr/>
        </p:nvSpPr>
        <p:spPr>
          <a:xfrm xmlns:a="http://schemas.openxmlformats.org/drawingml/2006/main">
            <a:off x="800100" y="1971675"/>
            <a:ext cx="819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P1</a:t>
            </a:r>
          </a:p>
        </p:txBody>
      </p:sp>
      <p:sp>
        <p:nvSpPr>
          <p:cNvPr id="14" name="">
            <a:extLst xmlns:a="http://schemas.openxmlformats.org/drawingml/2006/main">
              <a:ext uri="{FF2B5EF4-FFF2-40B4-BE49-F238E27FC236}">
                <a16:creationId xmlns:a16="http://schemas.microsoft.com/office/drawing/2014/main" id="{AD7D21C8-F461-403B-9FD1-0D998745F9F2}"/>
              </a:ext>
            </a:extLst>
          </p:cNvPr>
          <p:cNvSpPr>
            <a:spLocks xmlns:a="http://schemas.openxmlformats.org/drawingml/2006/main" noGrp="1"/>
          </p:cNvSpPr>
          <p:nvPr/>
        </p:nvSpPr>
        <p:spPr>
          <a:xfrm xmlns:a="http://schemas.openxmlformats.org/drawingml/2006/main">
            <a:off x="1733550" y="1866900"/>
            <a:ext cx="52863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11ABD069-9DC7-47DF-B208-886D5EFBBEC0}"/>
              </a:ext>
            </a:extLst>
          </p:cNvPr>
          <p:cNvSpPr>
            <a:spLocks xmlns:a="http://schemas.openxmlformats.org/drawingml/2006/main" noGrp="1"/>
          </p:cNvSpPr>
          <p:nvPr/>
        </p:nvSpPr>
        <p:spPr>
          <a:xfrm xmlns:a="http://schemas.openxmlformats.org/drawingml/2006/main">
            <a:off x="1847850" y="1971675"/>
            <a:ext cx="5057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数据生产与状态消费分层；在 schema 和路径稳定时可替换数据适配器而不改界面绑定</a:t>
            </a:r>
          </a:p>
        </p:txBody>
      </p:sp>
      <p:sp>
        <p:nvSpPr>
          <p:cNvPr id="16" name="">
            <a:extLst xmlns:a="http://schemas.openxmlformats.org/drawingml/2006/main">
              <a:ext uri="{FF2B5EF4-FFF2-40B4-BE49-F238E27FC236}">
                <a16:creationId xmlns:a16="http://schemas.microsoft.com/office/drawing/2014/main" id="{9E573C45-055D-4DFC-A354-DA0352BC1243}"/>
              </a:ext>
            </a:extLst>
          </p:cNvPr>
          <p:cNvSpPr>
            <a:spLocks xmlns:a="http://schemas.openxmlformats.org/drawingml/2006/main" noGrp="1"/>
          </p:cNvSpPr>
          <p:nvPr/>
        </p:nvSpPr>
        <p:spPr>
          <a:xfrm xmlns:a="http://schemas.openxmlformats.org/drawingml/2006/main">
            <a:off x="7019925" y="1866900"/>
            <a:ext cx="44862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32005FA2-8E49-4BCD-80C5-A4E4A4D4AB07}"/>
              </a:ext>
            </a:extLst>
          </p:cNvPr>
          <p:cNvSpPr>
            <a:spLocks xmlns:a="http://schemas.openxmlformats.org/drawingml/2006/main" noGrp="1"/>
          </p:cNvSpPr>
          <p:nvPr/>
        </p:nvSpPr>
        <p:spPr>
          <a:xfrm xmlns:a="http://schemas.openxmlformats.org/drawingml/2006/main">
            <a:off x="7134225" y="1971675"/>
            <a:ext cx="4257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适配器数量；界面修改量；协议变更量</a:t>
            </a:r>
          </a:p>
        </p:txBody>
      </p:sp>
      <p:sp>
        <p:nvSpPr>
          <p:cNvPr id="18" name="">
            <a:extLst xmlns:a="http://schemas.openxmlformats.org/drawingml/2006/main">
              <a:ext uri="{FF2B5EF4-FFF2-40B4-BE49-F238E27FC236}">
                <a16:creationId xmlns:a16="http://schemas.microsoft.com/office/drawing/2014/main" id="{C9A54B10-2AFF-492F-8DDE-AB3D34E12741}"/>
              </a:ext>
            </a:extLst>
          </p:cNvPr>
          <p:cNvSpPr>
            <a:spLocks xmlns:a="http://schemas.openxmlformats.org/drawingml/2006/main" noGrp="1"/>
          </p:cNvSpPr>
          <p:nvPr/>
        </p:nvSpPr>
        <p:spPr>
          <a:xfrm xmlns:a="http://schemas.openxmlformats.org/drawingml/2006/main">
            <a:off x="685800" y="2705100"/>
            <a:ext cx="1047750"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BA354C46-C915-4093-8FC5-178DF3732EB2}"/>
              </a:ext>
            </a:extLst>
          </p:cNvPr>
          <p:cNvSpPr>
            <a:spLocks xmlns:a="http://schemas.openxmlformats.org/drawingml/2006/main" noGrp="1"/>
          </p:cNvSpPr>
          <p:nvPr/>
        </p:nvSpPr>
        <p:spPr>
          <a:xfrm xmlns:a="http://schemas.openxmlformats.org/drawingml/2006/main">
            <a:off x="800100" y="2809875"/>
            <a:ext cx="819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P2</a:t>
            </a:r>
          </a:p>
        </p:txBody>
      </p:sp>
      <p:sp>
        <p:nvSpPr>
          <p:cNvPr id="20" name="">
            <a:extLst xmlns:a="http://schemas.openxmlformats.org/drawingml/2006/main">
              <a:ext uri="{FF2B5EF4-FFF2-40B4-BE49-F238E27FC236}">
                <a16:creationId xmlns:a16="http://schemas.microsoft.com/office/drawing/2014/main" id="{9C53F3F8-B1B2-40D6-9AC2-F25CC5B1E447}"/>
              </a:ext>
            </a:extLst>
          </p:cNvPr>
          <p:cNvSpPr>
            <a:spLocks xmlns:a="http://schemas.openxmlformats.org/drawingml/2006/main" noGrp="1"/>
          </p:cNvSpPr>
          <p:nvPr/>
        </p:nvSpPr>
        <p:spPr>
          <a:xfrm xmlns:a="http://schemas.openxmlformats.org/drawingml/2006/main">
            <a:off x="1733550" y="2705100"/>
            <a:ext cx="52863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B26A1B7F-B7A2-4E91-93A7-CC25B500946E}"/>
              </a:ext>
            </a:extLst>
          </p:cNvPr>
          <p:cNvSpPr>
            <a:spLocks xmlns:a="http://schemas.openxmlformats.org/drawingml/2006/main" noGrp="1"/>
          </p:cNvSpPr>
          <p:nvPr/>
        </p:nvSpPr>
        <p:spPr>
          <a:xfrm xmlns:a="http://schemas.openxmlformats.org/drawingml/2006/main">
            <a:off x="1847850" y="2809875"/>
            <a:ext cx="5057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限制模型只能使用终端可提供字段，减少无关上下文、无效路径和能力幻觉</a:t>
            </a:r>
          </a:p>
        </p:txBody>
      </p:sp>
      <p:sp>
        <p:nvSpPr>
          <p:cNvPr id="22" name="">
            <a:extLst xmlns:a="http://schemas.openxmlformats.org/drawingml/2006/main">
              <a:ext uri="{FF2B5EF4-FFF2-40B4-BE49-F238E27FC236}">
                <a16:creationId xmlns:a16="http://schemas.microsoft.com/office/drawing/2014/main" id="{62CCEA65-7F43-407D-AA65-47C1E976BD42}"/>
              </a:ext>
            </a:extLst>
          </p:cNvPr>
          <p:cNvSpPr>
            <a:spLocks xmlns:a="http://schemas.openxmlformats.org/drawingml/2006/main" noGrp="1"/>
          </p:cNvSpPr>
          <p:nvPr/>
        </p:nvSpPr>
        <p:spPr>
          <a:xfrm xmlns:a="http://schemas.openxmlformats.org/drawingml/2006/main">
            <a:off x="7019925" y="2705100"/>
            <a:ext cx="44862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3" name="">
            <a:extLst xmlns:a="http://schemas.openxmlformats.org/drawingml/2006/main">
              <a:ext uri="{FF2B5EF4-FFF2-40B4-BE49-F238E27FC236}">
                <a16:creationId xmlns:a16="http://schemas.microsoft.com/office/drawing/2014/main" id="{E6994654-B077-42FE-B0C5-3814FA8BBC1E}"/>
              </a:ext>
            </a:extLst>
          </p:cNvPr>
          <p:cNvSpPr>
            <a:spLocks xmlns:a="http://schemas.openxmlformats.org/drawingml/2006/main" noGrp="1"/>
          </p:cNvSpPr>
          <p:nvPr/>
        </p:nvSpPr>
        <p:spPr>
          <a:xfrm xmlns:a="http://schemas.openxmlformats.org/drawingml/2006/main">
            <a:off x="7134225" y="2809875"/>
            <a:ext cx="4257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输入字段数；未声明字段率；首次通过率</a:t>
            </a:r>
          </a:p>
        </p:txBody>
      </p:sp>
      <p:sp>
        <p:nvSpPr>
          <p:cNvPr id="24" name="">
            <a:extLst xmlns:a="http://schemas.openxmlformats.org/drawingml/2006/main">
              <a:ext uri="{FF2B5EF4-FFF2-40B4-BE49-F238E27FC236}">
                <a16:creationId xmlns:a16="http://schemas.microsoft.com/office/drawing/2014/main" id="{B656136F-2DEA-4ECF-8F77-974C6B609E4A}"/>
              </a:ext>
            </a:extLst>
          </p:cNvPr>
          <p:cNvSpPr>
            <a:spLocks xmlns:a="http://schemas.openxmlformats.org/drawingml/2006/main" noGrp="1"/>
          </p:cNvSpPr>
          <p:nvPr/>
        </p:nvSpPr>
        <p:spPr>
          <a:xfrm xmlns:a="http://schemas.openxmlformats.org/drawingml/2006/main">
            <a:off x="685800" y="3543300"/>
            <a:ext cx="1047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6ECC7997-D808-4DAE-8324-719BDF2224CA}"/>
              </a:ext>
            </a:extLst>
          </p:cNvPr>
          <p:cNvSpPr>
            <a:spLocks xmlns:a="http://schemas.openxmlformats.org/drawingml/2006/main" noGrp="1"/>
          </p:cNvSpPr>
          <p:nvPr/>
        </p:nvSpPr>
        <p:spPr>
          <a:xfrm xmlns:a="http://schemas.openxmlformats.org/drawingml/2006/main">
            <a:off x="800100" y="3648075"/>
            <a:ext cx="819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6FEB"/>
                </a:solidFill>
              </a:defRPr>
            </a:pPr>
            <a:r>
              <a:rPr sz="1350" b="1">
                <a:solidFill>
                  <a:srgbClr val="1F6FEB"/>
                </a:solidFill>
              </a:rPr>
              <a:t>P3</a:t>
            </a:r>
          </a:p>
        </p:txBody>
      </p:sp>
      <p:sp>
        <p:nvSpPr>
          <p:cNvPr id="26" name="">
            <a:extLst xmlns:a="http://schemas.openxmlformats.org/drawingml/2006/main">
              <a:ext uri="{FF2B5EF4-FFF2-40B4-BE49-F238E27FC236}">
                <a16:creationId xmlns:a16="http://schemas.microsoft.com/office/drawing/2014/main" id="{606325D6-C84E-41D3-AFC6-172131015A11}"/>
              </a:ext>
            </a:extLst>
          </p:cNvPr>
          <p:cNvSpPr>
            <a:spLocks xmlns:a="http://schemas.openxmlformats.org/drawingml/2006/main" noGrp="1"/>
          </p:cNvSpPr>
          <p:nvPr/>
        </p:nvSpPr>
        <p:spPr>
          <a:xfrm xmlns:a="http://schemas.openxmlformats.org/drawingml/2006/main">
            <a:off x="1733550" y="3543300"/>
            <a:ext cx="52863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6D5DFA15-9239-4601-96D1-16060DD20200}"/>
              </a:ext>
            </a:extLst>
          </p:cNvPr>
          <p:cNvSpPr>
            <a:spLocks xmlns:a="http://schemas.openxmlformats.org/drawingml/2006/main" noGrp="1"/>
          </p:cNvSpPr>
          <p:nvPr/>
        </p:nvSpPr>
        <p:spPr>
          <a:xfrm xmlns:a="http://schemas.openxmlformats.org/drawingml/2006/main">
            <a:off x="1847850" y="3648075"/>
            <a:ext cx="5057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真实天气、日历、健康和设备状态默认不离开终端，降低隐私与网络依赖</a:t>
            </a:r>
          </a:p>
        </p:txBody>
      </p:sp>
      <p:sp>
        <p:nvSpPr>
          <p:cNvPr id="28" name="">
            <a:extLst xmlns:a="http://schemas.openxmlformats.org/drawingml/2006/main">
              <a:ext uri="{FF2B5EF4-FFF2-40B4-BE49-F238E27FC236}">
                <a16:creationId xmlns:a16="http://schemas.microsoft.com/office/drawing/2014/main" id="{27E3C3A5-1F9E-4312-8BA0-1A588EC70251}"/>
              </a:ext>
            </a:extLst>
          </p:cNvPr>
          <p:cNvSpPr>
            <a:spLocks xmlns:a="http://schemas.openxmlformats.org/drawingml/2006/main" noGrp="1"/>
          </p:cNvSpPr>
          <p:nvPr/>
        </p:nvSpPr>
        <p:spPr>
          <a:xfrm xmlns:a="http://schemas.openxmlformats.org/drawingml/2006/main">
            <a:off x="7019925" y="3543300"/>
            <a:ext cx="448627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52E963F1-D4EF-4D94-A83A-FDFC08D4F06C}"/>
              </a:ext>
            </a:extLst>
          </p:cNvPr>
          <p:cNvSpPr>
            <a:spLocks xmlns:a="http://schemas.openxmlformats.org/drawingml/2006/main" noGrp="1"/>
          </p:cNvSpPr>
          <p:nvPr/>
        </p:nvSpPr>
        <p:spPr>
          <a:xfrm xmlns:a="http://schemas.openxmlformats.org/drawingml/2006/main">
            <a:off x="7134225" y="3648075"/>
            <a:ext cx="4257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真实数据上传字节；离线刷新率；敏感数据出端次数</a:t>
            </a:r>
          </a:p>
        </p:txBody>
      </p:sp>
      <p:sp>
        <p:nvSpPr>
          <p:cNvPr id="30" name="">
            <a:extLst xmlns:a="http://schemas.openxmlformats.org/drawingml/2006/main">
              <a:ext uri="{FF2B5EF4-FFF2-40B4-BE49-F238E27FC236}">
                <a16:creationId xmlns:a16="http://schemas.microsoft.com/office/drawing/2014/main" id="{C0787556-A338-4496-9432-7148B76E3352}"/>
              </a:ext>
            </a:extLst>
          </p:cNvPr>
          <p:cNvSpPr>
            <a:spLocks xmlns:a="http://schemas.openxmlformats.org/drawingml/2006/main" noGrp="1"/>
          </p:cNvSpPr>
          <p:nvPr/>
        </p:nvSpPr>
        <p:spPr>
          <a:xfrm xmlns:a="http://schemas.openxmlformats.org/drawingml/2006/main">
            <a:off x="685800" y="4381500"/>
            <a:ext cx="1047750"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5262D69C-65DF-46AF-839D-E9DBA91AE1BF}"/>
              </a:ext>
            </a:extLst>
          </p:cNvPr>
          <p:cNvSpPr>
            <a:spLocks xmlns:a="http://schemas.openxmlformats.org/drawingml/2006/main" noGrp="1"/>
          </p:cNvSpPr>
          <p:nvPr/>
        </p:nvSpPr>
        <p:spPr>
          <a:xfrm xmlns:a="http://schemas.openxmlformats.org/drawingml/2006/main">
            <a:off x="800100" y="4486275"/>
            <a:ext cx="819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9842B"/>
                </a:solidFill>
              </a:defRPr>
            </a:pPr>
            <a:r>
              <a:rPr sz="1350" b="1">
                <a:solidFill>
                  <a:srgbClr val="E9842B"/>
                </a:solidFill>
              </a:rPr>
              <a:t>P4</a:t>
            </a:r>
          </a:p>
        </p:txBody>
      </p:sp>
      <p:sp>
        <p:nvSpPr>
          <p:cNvPr id="32" name="">
            <a:extLst xmlns:a="http://schemas.openxmlformats.org/drawingml/2006/main">
              <a:ext uri="{FF2B5EF4-FFF2-40B4-BE49-F238E27FC236}">
                <a16:creationId xmlns:a16="http://schemas.microsoft.com/office/drawing/2014/main" id="{C990AC31-ECEB-4A1F-A161-E5F67DE3CB16}"/>
              </a:ext>
            </a:extLst>
          </p:cNvPr>
          <p:cNvSpPr>
            <a:spLocks xmlns:a="http://schemas.openxmlformats.org/drawingml/2006/main" noGrp="1"/>
          </p:cNvSpPr>
          <p:nvPr/>
        </p:nvSpPr>
        <p:spPr>
          <a:xfrm xmlns:a="http://schemas.openxmlformats.org/drawingml/2006/main">
            <a:off x="1733550" y="4381500"/>
            <a:ext cx="52863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FD7C10C5-2FDD-43D1-BA6F-31BE92D5E8D9}"/>
              </a:ext>
            </a:extLst>
          </p:cNvPr>
          <p:cNvSpPr>
            <a:spLocks xmlns:a="http://schemas.openxmlformats.org/drawingml/2006/main" noGrp="1"/>
          </p:cNvSpPr>
          <p:nvPr/>
        </p:nvSpPr>
        <p:spPr>
          <a:xfrm xmlns:a="http://schemas.openxmlformats.org/drawingml/2006/main">
            <a:off x="1847850" y="4486275"/>
            <a:ext cx="5057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交付前证明能力输出—路径—消息—界面绑定闭环，提前拦截路径与写入错误</a:t>
            </a:r>
          </a:p>
        </p:txBody>
      </p:sp>
      <p:sp>
        <p:nvSpPr>
          <p:cNvPr id="34" name="">
            <a:extLst xmlns:a="http://schemas.openxmlformats.org/drawingml/2006/main">
              <a:ext uri="{FF2B5EF4-FFF2-40B4-BE49-F238E27FC236}">
                <a16:creationId xmlns:a16="http://schemas.microsoft.com/office/drawing/2014/main" id="{3DBBF9C3-CEF5-4017-989B-A13882287F4E}"/>
              </a:ext>
            </a:extLst>
          </p:cNvPr>
          <p:cNvSpPr>
            <a:spLocks xmlns:a="http://schemas.openxmlformats.org/drawingml/2006/main" noGrp="1"/>
          </p:cNvSpPr>
          <p:nvPr/>
        </p:nvSpPr>
        <p:spPr>
          <a:xfrm xmlns:a="http://schemas.openxmlformats.org/drawingml/2006/main">
            <a:off x="7019925" y="4381500"/>
            <a:ext cx="4486275" cy="838200"/>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942D2E28-129A-4826-9C5D-8EA424548E38}"/>
              </a:ext>
            </a:extLst>
          </p:cNvPr>
          <p:cNvSpPr>
            <a:spLocks xmlns:a="http://schemas.openxmlformats.org/drawingml/2006/main" noGrp="1"/>
          </p:cNvSpPr>
          <p:nvPr/>
        </p:nvSpPr>
        <p:spPr>
          <a:xfrm xmlns:a="http://schemas.openxmlformats.org/drawingml/2006/main">
            <a:off x="7134225" y="4486275"/>
            <a:ext cx="4257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不可构造错误拦截率；路径错误率；运行时绑定异常率</a:t>
            </a:r>
          </a:p>
        </p:txBody>
      </p:sp>
      <p:sp>
        <p:nvSpPr>
          <p:cNvPr id="36" name="">
            <a:extLst xmlns:a="http://schemas.openxmlformats.org/drawingml/2006/main">
              <a:ext uri="{FF2B5EF4-FFF2-40B4-BE49-F238E27FC236}">
                <a16:creationId xmlns:a16="http://schemas.microsoft.com/office/drawing/2014/main" id="{741A085D-13F1-4418-BEFA-B497BBD18452}"/>
              </a:ext>
            </a:extLst>
          </p:cNvPr>
          <p:cNvSpPr>
            <a:spLocks xmlns:a="http://schemas.openxmlformats.org/drawingml/2006/main" noGrp="1"/>
          </p:cNvSpPr>
          <p:nvPr/>
        </p:nvSpPr>
        <p:spPr>
          <a:xfrm xmlns:a="http://schemas.openxmlformats.org/drawingml/2006/main">
            <a:off x="685800" y="5219700"/>
            <a:ext cx="1047750" cy="838200"/>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8DBF0D0C-88E2-4AA5-B7AD-AF8149E87270}"/>
              </a:ext>
            </a:extLst>
          </p:cNvPr>
          <p:cNvSpPr>
            <a:spLocks xmlns:a="http://schemas.openxmlformats.org/drawingml/2006/main" noGrp="1"/>
          </p:cNvSpPr>
          <p:nvPr/>
        </p:nvSpPr>
        <p:spPr>
          <a:xfrm xmlns:a="http://schemas.openxmlformats.org/drawingml/2006/main">
            <a:off x="800100" y="5324475"/>
            <a:ext cx="819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9842B"/>
                </a:solidFill>
              </a:defRPr>
            </a:pPr>
            <a:r>
              <a:rPr sz="1350" b="1">
                <a:solidFill>
                  <a:srgbClr val="E9842B"/>
                </a:solidFill>
              </a:rPr>
              <a:t>P5</a:t>
            </a:r>
          </a:p>
        </p:txBody>
      </p:sp>
      <p:sp>
        <p:nvSpPr>
          <p:cNvPr id="38" name="">
            <a:extLst xmlns:a="http://schemas.openxmlformats.org/drawingml/2006/main">
              <a:ext uri="{FF2B5EF4-FFF2-40B4-BE49-F238E27FC236}">
                <a16:creationId xmlns:a16="http://schemas.microsoft.com/office/drawing/2014/main" id="{FB32F24C-652E-42BD-B004-F184D04D6FB6}"/>
              </a:ext>
            </a:extLst>
          </p:cNvPr>
          <p:cNvSpPr>
            <a:spLocks xmlns:a="http://schemas.openxmlformats.org/drawingml/2006/main" noGrp="1"/>
          </p:cNvSpPr>
          <p:nvPr/>
        </p:nvSpPr>
        <p:spPr>
          <a:xfrm xmlns:a="http://schemas.openxmlformats.org/drawingml/2006/main">
            <a:off x="1733550" y="5219700"/>
            <a:ext cx="5286375" cy="838200"/>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39" name="">
            <a:extLst xmlns:a="http://schemas.openxmlformats.org/drawingml/2006/main">
              <a:ext uri="{FF2B5EF4-FFF2-40B4-BE49-F238E27FC236}">
                <a16:creationId xmlns:a16="http://schemas.microsoft.com/office/drawing/2014/main" id="{73C2209A-654D-4D7B-96B0-F35920C3E301}"/>
              </a:ext>
            </a:extLst>
          </p:cNvPr>
          <p:cNvSpPr>
            <a:spLocks xmlns:a="http://schemas.openxmlformats.org/drawingml/2006/main" noGrp="1"/>
          </p:cNvSpPr>
          <p:nvPr/>
        </p:nvSpPr>
        <p:spPr>
          <a:xfrm xmlns:a="http://schemas.openxmlformats.org/drawingml/2006/main">
            <a:off x="1847850" y="5324475"/>
            <a:ext cx="5057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142536"/>
                </a:solidFill>
              </a:defRPr>
            </a:pPr>
            <a:r>
              <a:rPr sz="1163" b="1">
                <a:solidFill>
                  <a:srgbClr val="142536"/>
                </a:solidFill>
              </a:rPr>
              <a:t>标准化能力输出直接转为协议原生更新消息，无需再次生成或传输完整界面</a:t>
            </a:r>
          </a:p>
        </p:txBody>
      </p:sp>
      <p:sp>
        <p:nvSpPr>
          <p:cNvPr id="40" name="">
            <a:extLst xmlns:a="http://schemas.openxmlformats.org/drawingml/2006/main">
              <a:ext uri="{FF2B5EF4-FFF2-40B4-BE49-F238E27FC236}">
                <a16:creationId xmlns:a16="http://schemas.microsoft.com/office/drawing/2014/main" id="{672B5480-9EE3-49A0-9963-F62FA0971651}"/>
              </a:ext>
            </a:extLst>
          </p:cNvPr>
          <p:cNvSpPr>
            <a:spLocks xmlns:a="http://schemas.openxmlformats.org/drawingml/2006/main" noGrp="1"/>
          </p:cNvSpPr>
          <p:nvPr/>
        </p:nvSpPr>
        <p:spPr>
          <a:xfrm xmlns:a="http://schemas.openxmlformats.org/drawingml/2006/main">
            <a:off x="7019925" y="5219700"/>
            <a:ext cx="4486275" cy="838200"/>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A0433A96-3A03-40EC-ADDB-0FE411C859D2}"/>
              </a:ext>
            </a:extLst>
          </p:cNvPr>
          <p:cNvSpPr>
            <a:spLocks xmlns:a="http://schemas.openxmlformats.org/drawingml/2006/main" noGrp="1"/>
          </p:cNvSpPr>
          <p:nvPr/>
        </p:nvSpPr>
        <p:spPr>
          <a:xfrm xmlns:a="http://schemas.openxmlformats.org/drawingml/2006/main">
            <a:off x="7134225" y="5324475"/>
            <a:ext cx="4257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142536"/>
                </a:solidFill>
              </a:defRPr>
            </a:pPr>
            <a:r>
              <a:rPr sz="1163" b="1">
                <a:solidFill>
                  <a:srgbClr val="142536"/>
                </a:solidFill>
              </a:rPr>
              <a:t>刷新时延；网络流量；模型调用；界面重建；功耗</a:t>
            </a:r>
          </a:p>
        </p:txBody>
      </p:sp>
      <p:sp>
        <p:nvSpPr>
          <p:cNvPr id="42" name="">
            <a:extLst xmlns:a="http://schemas.openxmlformats.org/drawingml/2006/main">
              <a:ext uri="{FF2B5EF4-FFF2-40B4-BE49-F238E27FC236}">
                <a16:creationId xmlns:a16="http://schemas.microsoft.com/office/drawing/2014/main" id="{58744A2A-9E11-443C-93E3-B0B8476E7E1D}"/>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1F6FEB"/>
                </a:solidFill>
              </a:defRPr>
            </a:pPr>
            <a:r>
              <a:rPr sz="1163" b="1">
                <a:solidFill>
                  <a:srgbClr val="1F6FEB"/>
                </a:solidFill>
              </a:rPr>
              <a:t>正式申请前应补充完整界面重生成 vs. 本地 DataModel 更新的时延、流量、功耗与错误率对比数据。</a:t>
            </a:r>
          </a:p>
        </p:txBody>
      </p:sp>
    </p:spTree>
    <p:extLst>
      <p:ext uri="{BB962C8B-B14F-4D97-AF65-F5344CB8AC3E}">
        <p14:creationId xmlns:p14="http://schemas.microsoft.com/office/powerpoint/2010/main" val="375005726"/>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E3B4A07-5E15-4568-A50D-9CBFDBF5E79D}"/>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四、技术效果</a:t>
            </a:r>
          </a:p>
        </p:txBody>
      </p:sp>
      <p:sp>
        <p:nvSpPr>
          <p:cNvPr id="2" name="title-16">
            <a:extLst xmlns:a="http://schemas.openxmlformats.org/drawingml/2006/main">
              <a:ext uri="{FF2B5EF4-FFF2-40B4-BE49-F238E27FC236}">
                <a16:creationId xmlns:a16="http://schemas.microsoft.com/office/drawing/2014/main" id="{4E16B7F2-6946-409B-BAD9-E994296C1846}"/>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完整性与降级机制进一步形成工程和合规收益</a:t>
            </a:r>
          </a:p>
        </p:txBody>
      </p:sp>
      <p:sp>
        <p:nvSpPr>
          <p:cNvPr id="3" name="">
            <a:extLst xmlns:a="http://schemas.openxmlformats.org/drawingml/2006/main">
              <a:ext uri="{FF2B5EF4-FFF2-40B4-BE49-F238E27FC236}">
                <a16:creationId xmlns:a16="http://schemas.microsoft.com/office/drawing/2014/main" id="{D3F2D630-309D-46FA-8D3F-2582664B3BF0}"/>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805D3907-9247-4798-A0A4-9294FA09106D}"/>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16</a:t>
            </a:r>
          </a:p>
        </p:txBody>
      </p:sp>
      <p:sp>
        <p:nvSpPr>
          <p:cNvPr id="5" name="">
            <a:extLst xmlns:a="http://schemas.openxmlformats.org/drawingml/2006/main">
              <a:ext uri="{FF2B5EF4-FFF2-40B4-BE49-F238E27FC236}">
                <a16:creationId xmlns:a16="http://schemas.microsoft.com/office/drawing/2014/main" id="{665D932D-9197-49EA-BFC9-DC6944B89474}"/>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CF6BB895-16C5-451E-86F6-244B963C85EA}"/>
              </a:ext>
            </a:extLst>
          </p:cNvPr>
          <p:cNvSpPr>
            <a:spLocks xmlns:a="http://schemas.openxmlformats.org/drawingml/2006/main" noGrp="1"/>
          </p:cNvSpPr>
          <p:nvPr/>
        </p:nvSpPr>
        <p:spPr>
          <a:xfrm xmlns:a="http://schemas.openxmlformats.org/drawingml/2006/main">
            <a:off x="685800" y="1524000"/>
            <a:ext cx="4686300" cy="1562100"/>
          </a:xfrm>
          <a:prstGeom xmlns:a="http://schemas.openxmlformats.org/drawingml/2006/main" prst="roundRect">
            <a:avLst>
              <a:gd name="adj" fmla="val 7317"/>
            </a:avLst>
          </a:prstGeom>
          <a:solidFill xmlns:a="http://schemas.openxmlformats.org/drawingml/2006/main">
            <a:srgbClr val="EEF5FF"/>
          </a:solidFill>
          <a:ln xmlns:a="http://schemas.openxmlformats.org/drawingml/2006/main" w="9525">
            <a:solidFill>
              <a:srgbClr val="DCEBFF"/>
            </a:solidFill>
            <a:prstDash val="solid"/>
          </a:ln>
        </p:spPr>
      </p:sp>
      <p:sp>
        <p:nvSpPr>
          <p:cNvPr id="7" name="">
            <a:extLst xmlns:a="http://schemas.openxmlformats.org/drawingml/2006/main">
              <a:ext uri="{FF2B5EF4-FFF2-40B4-BE49-F238E27FC236}">
                <a16:creationId xmlns:a16="http://schemas.microsoft.com/office/drawing/2014/main" id="{CB666908-BED1-4927-A57E-8972B3685816}"/>
              </a:ext>
            </a:extLst>
          </p:cNvPr>
          <p:cNvSpPr>
            <a:spLocks xmlns:a="http://schemas.openxmlformats.org/drawingml/2006/main" noGrp="1"/>
          </p:cNvSpPr>
          <p:nvPr/>
        </p:nvSpPr>
        <p:spPr>
          <a:xfrm xmlns:a="http://schemas.openxmlformats.org/drawingml/2006/main">
            <a:off x="914400" y="1733550"/>
            <a:ext cx="609600" cy="2857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9525">
            <a:solidFill>
              <a:srgbClr val="1F6FEB"/>
            </a:solidFill>
            <a:prstDash val="solid"/>
          </a:ln>
        </p:spPr>
      </p:sp>
      <p:sp>
        <p:nvSpPr>
          <p:cNvPr id="8" name="">
            <a:extLst xmlns:a="http://schemas.openxmlformats.org/drawingml/2006/main">
              <a:ext uri="{FF2B5EF4-FFF2-40B4-BE49-F238E27FC236}">
                <a16:creationId xmlns:a16="http://schemas.microsoft.com/office/drawing/2014/main" id="{6F7202A6-77A3-42BB-BC70-CBFE0E2EAC73}"/>
              </a:ext>
            </a:extLst>
          </p:cNvPr>
          <p:cNvSpPr>
            <a:spLocks xmlns:a="http://schemas.openxmlformats.org/drawingml/2006/main" noGrp="1"/>
          </p:cNvSpPr>
          <p:nvPr/>
        </p:nvSpPr>
        <p:spPr>
          <a:xfrm xmlns:a="http://schemas.openxmlformats.org/drawingml/2006/main">
            <a:off x="990600" y="17811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P6</a:t>
            </a:r>
          </a:p>
        </p:txBody>
      </p:sp>
      <p:sp>
        <p:nvSpPr>
          <p:cNvPr id="9" name="">
            <a:extLst xmlns:a="http://schemas.openxmlformats.org/drawingml/2006/main">
              <a:ext uri="{FF2B5EF4-FFF2-40B4-BE49-F238E27FC236}">
                <a16:creationId xmlns:a16="http://schemas.microsoft.com/office/drawing/2014/main" id="{37BB1FF8-A44F-4049-A2E8-DB679657E090}"/>
              </a:ext>
            </a:extLst>
          </p:cNvPr>
          <p:cNvSpPr>
            <a:spLocks xmlns:a="http://schemas.openxmlformats.org/drawingml/2006/main" noGrp="1"/>
          </p:cNvSpPr>
          <p:nvPr/>
        </p:nvSpPr>
        <p:spPr>
          <a:xfrm xmlns:a="http://schemas.openxmlformats.org/drawingml/2006/main">
            <a:off x="1714500" y="1752600"/>
            <a:ext cx="3371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避免不同版本或轮次的协议错配</a:t>
            </a:r>
          </a:p>
        </p:txBody>
      </p:sp>
      <p:sp>
        <p:nvSpPr>
          <p:cNvPr id="10" name="">
            <a:extLst xmlns:a="http://schemas.openxmlformats.org/drawingml/2006/main">
              <a:ext uri="{FF2B5EF4-FFF2-40B4-BE49-F238E27FC236}">
                <a16:creationId xmlns:a16="http://schemas.microsoft.com/office/drawing/2014/main" id="{9B39EDD2-D71B-4CD1-A094-F9C7C745F5E9}"/>
              </a:ext>
            </a:extLst>
          </p:cNvPr>
          <p:cNvSpPr>
            <a:spLocks xmlns:a="http://schemas.openxmlformats.org/drawingml/2006/main" noGrp="1"/>
          </p:cNvSpPr>
          <p:nvPr/>
        </p:nvSpPr>
        <p:spPr>
          <a:xfrm xmlns:a="http://schemas.openxmlformats.org/drawingml/2006/main">
            <a:off x="933450" y="2247900"/>
            <a:ext cx="4171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可验证指标：错配识别率、摘要校验耗时、版本不兼容拦截率。</a:t>
            </a:r>
          </a:p>
        </p:txBody>
      </p:sp>
      <p:sp>
        <p:nvSpPr>
          <p:cNvPr id="11" name="">
            <a:extLst xmlns:a="http://schemas.openxmlformats.org/drawingml/2006/main">
              <a:ext uri="{FF2B5EF4-FFF2-40B4-BE49-F238E27FC236}">
                <a16:creationId xmlns:a16="http://schemas.microsoft.com/office/drawing/2014/main" id="{95B3A107-2244-431B-A5B0-E6878699FC03}"/>
              </a:ext>
            </a:extLst>
          </p:cNvPr>
          <p:cNvSpPr>
            <a:spLocks xmlns:a="http://schemas.openxmlformats.org/drawingml/2006/main" noGrp="1"/>
          </p:cNvSpPr>
          <p:nvPr/>
        </p:nvSpPr>
        <p:spPr>
          <a:xfrm xmlns:a="http://schemas.openxmlformats.org/drawingml/2006/main">
            <a:off x="685800" y="3371850"/>
            <a:ext cx="4686300" cy="1562100"/>
          </a:xfrm>
          <a:prstGeom xmlns:a="http://schemas.openxmlformats.org/drawingml/2006/main" prst="roundRect">
            <a:avLst>
              <a:gd name="adj" fmla="val 7317"/>
            </a:avLst>
          </a:prstGeom>
          <a:solidFill xmlns:a="http://schemas.openxmlformats.org/drawingml/2006/main">
            <a:srgbClr val="DDF5F0"/>
          </a:solidFill>
          <a:ln xmlns:a="http://schemas.openxmlformats.org/drawingml/2006/main" w="9525">
            <a:solidFill>
              <a:srgbClr val="9FDACF"/>
            </a:solidFill>
            <a:prstDash val="solid"/>
          </a:ln>
        </p:spPr>
      </p:sp>
      <p:sp>
        <p:nvSpPr>
          <p:cNvPr id="12" name="">
            <a:extLst xmlns:a="http://schemas.openxmlformats.org/drawingml/2006/main">
              <a:ext uri="{FF2B5EF4-FFF2-40B4-BE49-F238E27FC236}">
                <a16:creationId xmlns:a16="http://schemas.microsoft.com/office/drawing/2014/main" id="{5D804940-0547-4DF4-BD0B-6716D013A5F6}"/>
              </a:ext>
            </a:extLst>
          </p:cNvPr>
          <p:cNvSpPr>
            <a:spLocks xmlns:a="http://schemas.openxmlformats.org/drawingml/2006/main" noGrp="1"/>
          </p:cNvSpPr>
          <p:nvPr/>
        </p:nvSpPr>
        <p:spPr>
          <a:xfrm xmlns:a="http://schemas.openxmlformats.org/drawingml/2006/main">
            <a:off x="914400" y="3581400"/>
            <a:ext cx="609600" cy="285750"/>
          </a:xfrm>
          <a:prstGeom xmlns:a="http://schemas.openxmlformats.org/drawingml/2006/main" prst="roundRect">
            <a:avLst>
              <a:gd name="adj" fmla="val 50000"/>
            </a:avLst>
          </a:prstGeom>
          <a:solidFill xmlns:a="http://schemas.openxmlformats.org/drawingml/2006/main">
            <a:srgbClr val="159E87"/>
          </a:solidFill>
          <a:ln xmlns:a="http://schemas.openxmlformats.org/drawingml/2006/main" w="9525">
            <a:solidFill>
              <a:srgbClr val="159E87"/>
            </a:solidFill>
            <a:prstDash val="solid"/>
          </a:ln>
        </p:spPr>
      </p:sp>
      <p:sp>
        <p:nvSpPr>
          <p:cNvPr id="13" name="">
            <a:extLst xmlns:a="http://schemas.openxmlformats.org/drawingml/2006/main">
              <a:ext uri="{FF2B5EF4-FFF2-40B4-BE49-F238E27FC236}">
                <a16:creationId xmlns:a16="http://schemas.microsoft.com/office/drawing/2014/main" id="{6A2893E8-8EAB-47F8-9D7D-ED41DE3C0F3E}"/>
              </a:ext>
            </a:extLst>
          </p:cNvPr>
          <p:cNvSpPr>
            <a:spLocks xmlns:a="http://schemas.openxmlformats.org/drawingml/2006/main" noGrp="1"/>
          </p:cNvSpPr>
          <p:nvPr/>
        </p:nvSpPr>
        <p:spPr>
          <a:xfrm xmlns:a="http://schemas.openxmlformats.org/drawingml/2006/main">
            <a:off x="990600" y="36290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P7</a:t>
            </a:r>
          </a:p>
        </p:txBody>
      </p:sp>
      <p:sp>
        <p:nvSpPr>
          <p:cNvPr id="14" name="">
            <a:extLst xmlns:a="http://schemas.openxmlformats.org/drawingml/2006/main">
              <a:ext uri="{FF2B5EF4-FFF2-40B4-BE49-F238E27FC236}">
                <a16:creationId xmlns:a16="http://schemas.microsoft.com/office/drawing/2014/main" id="{77C32C8D-E676-4150-989C-0B9A3B5D2CA2}"/>
              </a:ext>
            </a:extLst>
          </p:cNvPr>
          <p:cNvSpPr>
            <a:spLocks xmlns:a="http://schemas.openxmlformats.org/drawingml/2006/main" noGrp="1"/>
          </p:cNvSpPr>
          <p:nvPr/>
        </p:nvSpPr>
        <p:spPr>
          <a:xfrm xmlns:a="http://schemas.openxmlformats.org/drawingml/2006/main">
            <a:off x="1714500" y="3600450"/>
            <a:ext cx="3371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能力失效后剩余界面仍可用</a:t>
            </a:r>
          </a:p>
        </p:txBody>
      </p:sp>
      <p:sp>
        <p:nvSpPr>
          <p:cNvPr id="15" name="">
            <a:extLst xmlns:a="http://schemas.openxmlformats.org/drawingml/2006/main">
              <a:ext uri="{FF2B5EF4-FFF2-40B4-BE49-F238E27FC236}">
                <a16:creationId xmlns:a16="http://schemas.microsoft.com/office/drawing/2014/main" id="{97D587BC-2D8B-44F8-A76D-3A5DD75F4DB9}"/>
              </a:ext>
            </a:extLst>
          </p:cNvPr>
          <p:cNvSpPr>
            <a:spLocks xmlns:a="http://schemas.openxmlformats.org/drawingml/2006/main" noGrp="1"/>
          </p:cNvSpPr>
          <p:nvPr/>
        </p:nvSpPr>
        <p:spPr>
          <a:xfrm xmlns:a="http://schemas.openxmlformats.org/drawingml/2006/main">
            <a:off x="933450" y="4095750"/>
            <a:ext cx="4171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526273"/>
                </a:solidFill>
              </a:defRPr>
            </a:pPr>
            <a:r>
              <a:rPr sz="1238" b="0">
                <a:solidFill>
                  <a:srgbClr val="526273"/>
                </a:solidFill>
              </a:rPr>
              <a:t>可验证指标：单能力失效后的可用率、悬空路径数量、同步降级成功率。</a:t>
            </a:r>
          </a:p>
        </p:txBody>
      </p:sp>
      <p:sp>
        <p:nvSpPr>
          <p:cNvPr id="16" name="">
            <a:extLst xmlns:a="http://schemas.openxmlformats.org/drawingml/2006/main">
              <a:ext uri="{FF2B5EF4-FFF2-40B4-BE49-F238E27FC236}">
                <a16:creationId xmlns:a16="http://schemas.microsoft.com/office/drawing/2014/main" id="{B085740F-C858-4DE0-A0EA-B1CEA4F81C40}"/>
              </a:ext>
            </a:extLst>
          </p:cNvPr>
          <p:cNvSpPr>
            <a:spLocks xmlns:a="http://schemas.openxmlformats.org/drawingml/2006/main" noGrp="1"/>
          </p:cNvSpPr>
          <p:nvPr/>
        </p:nvSpPr>
        <p:spPr>
          <a:xfrm xmlns:a="http://schemas.openxmlformats.org/drawingml/2006/main">
            <a:off x="5905500" y="15240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B1F33"/>
                </a:solidFill>
              </a:defRPr>
            </a:pPr>
            <a:r>
              <a:rPr sz="1800" b="1">
                <a:solidFill>
                  <a:srgbClr val="0B1F33"/>
                </a:solidFill>
              </a:rPr>
              <a:t>预期综合效果</a:t>
            </a:r>
          </a:p>
        </p:txBody>
      </p:sp>
      <p:sp>
        <p:nvSpPr>
          <p:cNvPr id="17" name="">
            <a:extLst xmlns:a="http://schemas.openxmlformats.org/drawingml/2006/main">
              <a:ext uri="{FF2B5EF4-FFF2-40B4-BE49-F238E27FC236}">
                <a16:creationId xmlns:a16="http://schemas.microsoft.com/office/drawing/2014/main" id="{85047783-590E-4262-8775-005ADFF62489}"/>
              </a:ext>
            </a:extLst>
          </p:cNvPr>
          <p:cNvSpPr>
            <a:spLocks xmlns:a="http://schemas.openxmlformats.org/drawingml/2006/main" noGrp="1"/>
          </p:cNvSpPr>
          <p:nvPr/>
        </p:nvSpPr>
        <p:spPr>
          <a:xfrm xmlns:a="http://schemas.openxmlformats.org/drawingml/2006/main">
            <a:off x="5905500" y="20383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F6FEB"/>
                </a:solidFill>
              </a:defRPr>
            </a:pPr>
            <a:r>
              <a:rPr sz="1125" b="1">
                <a:solidFill>
                  <a:srgbClr val="1F6FEB"/>
                </a:solidFill>
              </a:rPr>
              <a:t>01</a:t>
            </a:r>
          </a:p>
        </p:txBody>
      </p:sp>
      <p:sp>
        <p:nvSpPr>
          <p:cNvPr id="18" name="">
            <a:extLst xmlns:a="http://schemas.openxmlformats.org/drawingml/2006/main">
              <a:ext uri="{FF2B5EF4-FFF2-40B4-BE49-F238E27FC236}">
                <a16:creationId xmlns:a16="http://schemas.microsoft.com/office/drawing/2014/main" id="{DA37EE05-25DF-43BF-88EB-20630B0A0524}"/>
              </a:ext>
            </a:extLst>
          </p:cNvPr>
          <p:cNvSpPr>
            <a:spLocks xmlns:a="http://schemas.openxmlformats.org/drawingml/2006/main" noGrp="1"/>
          </p:cNvSpPr>
          <p:nvPr/>
        </p:nvSpPr>
        <p:spPr>
          <a:xfrm xmlns:a="http://schemas.openxmlformats.org/drawingml/2006/main">
            <a:off x="6343650" y="214312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19" name="">
            <a:extLst xmlns:a="http://schemas.openxmlformats.org/drawingml/2006/main">
              <a:ext uri="{FF2B5EF4-FFF2-40B4-BE49-F238E27FC236}">
                <a16:creationId xmlns:a16="http://schemas.microsoft.com/office/drawing/2014/main" id="{A3308293-FA1A-4880-8C65-DDB0CD52971F}"/>
              </a:ext>
            </a:extLst>
          </p:cNvPr>
          <p:cNvSpPr>
            <a:spLocks xmlns:a="http://schemas.openxmlformats.org/drawingml/2006/main" noGrp="1"/>
          </p:cNvSpPr>
          <p:nvPr/>
        </p:nvSpPr>
        <p:spPr>
          <a:xfrm xmlns:a="http://schemas.openxmlformats.org/drawingml/2006/main">
            <a:off x="6705600" y="20193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真实运行数据默认不进入界面生成模型</a:t>
            </a:r>
          </a:p>
        </p:txBody>
      </p:sp>
      <p:sp>
        <p:nvSpPr>
          <p:cNvPr id="20" name="">
            <a:extLst xmlns:a="http://schemas.openxmlformats.org/drawingml/2006/main">
              <a:ext uri="{FF2B5EF4-FFF2-40B4-BE49-F238E27FC236}">
                <a16:creationId xmlns:a16="http://schemas.microsoft.com/office/drawing/2014/main" id="{89305EFA-A701-4B9E-8360-9AED200FE94F}"/>
              </a:ext>
            </a:extLst>
          </p:cNvPr>
          <p:cNvSpPr>
            <a:spLocks xmlns:a="http://schemas.openxmlformats.org/drawingml/2006/main" noGrp="1"/>
          </p:cNvSpPr>
          <p:nvPr/>
        </p:nvSpPr>
        <p:spPr>
          <a:xfrm xmlns:a="http://schemas.openxmlformats.org/drawingml/2006/main">
            <a:off x="5905500" y="259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F6FEB"/>
                </a:solidFill>
              </a:defRPr>
            </a:pPr>
            <a:r>
              <a:rPr sz="1125" b="1">
                <a:solidFill>
                  <a:srgbClr val="1F6FEB"/>
                </a:solidFill>
              </a:rPr>
              <a:t>02</a:t>
            </a:r>
          </a:p>
        </p:txBody>
      </p:sp>
      <p:sp>
        <p:nvSpPr>
          <p:cNvPr id="21" name="">
            <a:extLst xmlns:a="http://schemas.openxmlformats.org/drawingml/2006/main">
              <a:ext uri="{FF2B5EF4-FFF2-40B4-BE49-F238E27FC236}">
                <a16:creationId xmlns:a16="http://schemas.microsoft.com/office/drawing/2014/main" id="{2AC4821E-F5C9-497E-9001-9A4CC8D1EDC3}"/>
              </a:ext>
            </a:extLst>
          </p:cNvPr>
          <p:cNvSpPr>
            <a:spLocks xmlns:a="http://schemas.openxmlformats.org/drawingml/2006/main" noGrp="1"/>
          </p:cNvSpPr>
          <p:nvPr/>
        </p:nvSpPr>
        <p:spPr>
          <a:xfrm xmlns:a="http://schemas.openxmlformats.org/drawingml/2006/main">
            <a:off x="6343650" y="269557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22" name="">
            <a:extLst xmlns:a="http://schemas.openxmlformats.org/drawingml/2006/main">
              <a:ext uri="{FF2B5EF4-FFF2-40B4-BE49-F238E27FC236}">
                <a16:creationId xmlns:a16="http://schemas.microsoft.com/office/drawing/2014/main" id="{DB088F84-A614-407A-8BF2-CA2215101C57}"/>
              </a:ext>
            </a:extLst>
          </p:cNvPr>
          <p:cNvSpPr>
            <a:spLocks xmlns:a="http://schemas.openxmlformats.org/drawingml/2006/main" noGrp="1"/>
          </p:cNvSpPr>
          <p:nvPr/>
        </p:nvSpPr>
        <p:spPr>
          <a:xfrm xmlns:a="http://schemas.openxmlformats.org/drawingml/2006/main">
            <a:off x="6705600" y="25717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42536"/>
                </a:solidFill>
              </a:defRPr>
            </a:pPr>
            <a:r>
              <a:rPr sz="1275" b="1">
                <a:solidFill>
                  <a:srgbClr val="142536"/>
                </a:solidFill>
              </a:rPr>
              <a:t>一次生成、多次本地刷新，降低模型调用频率</a:t>
            </a:r>
          </a:p>
        </p:txBody>
      </p:sp>
      <p:sp>
        <p:nvSpPr>
          <p:cNvPr id="23" name="">
            <a:extLst xmlns:a="http://schemas.openxmlformats.org/drawingml/2006/main">
              <a:ext uri="{FF2B5EF4-FFF2-40B4-BE49-F238E27FC236}">
                <a16:creationId xmlns:a16="http://schemas.microsoft.com/office/drawing/2014/main" id="{BF06BC3A-B7D3-4CF6-A4E8-470B7297FDC4}"/>
              </a:ext>
            </a:extLst>
          </p:cNvPr>
          <p:cNvSpPr>
            <a:spLocks xmlns:a="http://schemas.openxmlformats.org/drawingml/2006/main" noGrp="1"/>
          </p:cNvSpPr>
          <p:nvPr/>
        </p:nvSpPr>
        <p:spPr>
          <a:xfrm xmlns:a="http://schemas.openxmlformats.org/drawingml/2006/main">
            <a:off x="5905500" y="31432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F6FEB"/>
                </a:solidFill>
              </a:defRPr>
            </a:pPr>
            <a:r>
              <a:rPr sz="1125" b="1">
                <a:solidFill>
                  <a:srgbClr val="1F6FEB"/>
                </a:solidFill>
              </a:rPr>
              <a:t>03</a:t>
            </a:r>
          </a:p>
        </p:txBody>
      </p:sp>
      <p:sp>
        <p:nvSpPr>
          <p:cNvPr id="24" name="">
            <a:extLst xmlns:a="http://schemas.openxmlformats.org/drawingml/2006/main">
              <a:ext uri="{FF2B5EF4-FFF2-40B4-BE49-F238E27FC236}">
                <a16:creationId xmlns:a16="http://schemas.microsoft.com/office/drawing/2014/main" id="{CF6B9201-875B-4932-9377-D8C918F036F6}"/>
              </a:ext>
            </a:extLst>
          </p:cNvPr>
          <p:cNvSpPr>
            <a:spLocks xmlns:a="http://schemas.openxmlformats.org/drawingml/2006/main" noGrp="1"/>
          </p:cNvSpPr>
          <p:nvPr/>
        </p:nvSpPr>
        <p:spPr>
          <a:xfrm xmlns:a="http://schemas.openxmlformats.org/drawingml/2006/main">
            <a:off x="6343650" y="324802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25" name="">
            <a:extLst xmlns:a="http://schemas.openxmlformats.org/drawingml/2006/main">
              <a:ext uri="{FF2B5EF4-FFF2-40B4-BE49-F238E27FC236}">
                <a16:creationId xmlns:a16="http://schemas.microsoft.com/office/drawing/2014/main" id="{8F44F1A3-3BE1-4993-B39A-363F37830291}"/>
              </a:ext>
            </a:extLst>
          </p:cNvPr>
          <p:cNvSpPr>
            <a:spLocks xmlns:a="http://schemas.openxmlformats.org/drawingml/2006/main" noGrp="1"/>
          </p:cNvSpPr>
          <p:nvPr/>
        </p:nvSpPr>
        <p:spPr>
          <a:xfrm xmlns:a="http://schemas.openxmlformats.org/drawingml/2006/main">
            <a:off x="6705600" y="31242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轻量状态消息替代完整界面重复传输</a:t>
            </a:r>
          </a:p>
        </p:txBody>
      </p:sp>
      <p:sp>
        <p:nvSpPr>
          <p:cNvPr id="26" name="">
            <a:extLst xmlns:a="http://schemas.openxmlformats.org/drawingml/2006/main">
              <a:ext uri="{FF2B5EF4-FFF2-40B4-BE49-F238E27FC236}">
                <a16:creationId xmlns:a16="http://schemas.microsoft.com/office/drawing/2014/main" id="{A1452E32-E0B9-4A92-BD28-E799D453622A}"/>
              </a:ext>
            </a:extLst>
          </p:cNvPr>
          <p:cNvSpPr>
            <a:spLocks xmlns:a="http://schemas.openxmlformats.org/drawingml/2006/main" noGrp="1"/>
          </p:cNvSpPr>
          <p:nvPr/>
        </p:nvSpPr>
        <p:spPr>
          <a:xfrm xmlns:a="http://schemas.openxmlformats.org/drawingml/2006/main">
            <a:off x="5905500" y="3695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59E87"/>
                </a:solidFill>
              </a:defRPr>
            </a:pPr>
            <a:r>
              <a:rPr sz="1125" b="1">
                <a:solidFill>
                  <a:srgbClr val="159E87"/>
                </a:solidFill>
              </a:rPr>
              <a:t>04</a:t>
            </a:r>
          </a:p>
        </p:txBody>
      </p:sp>
      <p:sp>
        <p:nvSpPr>
          <p:cNvPr id="27" name="">
            <a:extLst xmlns:a="http://schemas.openxmlformats.org/drawingml/2006/main">
              <a:ext uri="{FF2B5EF4-FFF2-40B4-BE49-F238E27FC236}">
                <a16:creationId xmlns:a16="http://schemas.microsoft.com/office/drawing/2014/main" id="{82D272D6-3FB8-415B-86F5-1BE5704576D8}"/>
              </a:ext>
            </a:extLst>
          </p:cNvPr>
          <p:cNvSpPr>
            <a:spLocks xmlns:a="http://schemas.openxmlformats.org/drawingml/2006/main" noGrp="1"/>
          </p:cNvSpPr>
          <p:nvPr/>
        </p:nvSpPr>
        <p:spPr>
          <a:xfrm xmlns:a="http://schemas.openxmlformats.org/drawingml/2006/main">
            <a:off x="6343650" y="380047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28" name="">
            <a:extLst xmlns:a="http://schemas.openxmlformats.org/drawingml/2006/main">
              <a:ext uri="{FF2B5EF4-FFF2-40B4-BE49-F238E27FC236}">
                <a16:creationId xmlns:a16="http://schemas.microsoft.com/office/drawing/2014/main" id="{B21464D4-F0C9-40C8-BC2C-DB341910B963}"/>
              </a:ext>
            </a:extLst>
          </p:cNvPr>
          <p:cNvSpPr>
            <a:spLocks xmlns:a="http://schemas.openxmlformats.org/drawingml/2006/main" noGrp="1"/>
          </p:cNvSpPr>
          <p:nvPr/>
        </p:nvSpPr>
        <p:spPr>
          <a:xfrm xmlns:a="http://schemas.openxmlformats.org/drawingml/2006/main">
            <a:off x="6705600" y="36766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42536"/>
                </a:solidFill>
              </a:defRPr>
            </a:pPr>
            <a:r>
              <a:rPr sz="1275" b="1">
                <a:solidFill>
                  <a:srgbClr val="142536"/>
                </a:solidFill>
              </a:rPr>
              <a:t>将模型路径错误从运行期前移到交付前</a:t>
            </a:r>
          </a:p>
        </p:txBody>
      </p:sp>
      <p:sp>
        <p:nvSpPr>
          <p:cNvPr id="29" name="">
            <a:extLst xmlns:a="http://schemas.openxmlformats.org/drawingml/2006/main">
              <a:ext uri="{FF2B5EF4-FFF2-40B4-BE49-F238E27FC236}">
                <a16:creationId xmlns:a16="http://schemas.microsoft.com/office/drawing/2014/main" id="{54FD78CE-1309-48FC-9E46-6D9AEC926D92}"/>
              </a:ext>
            </a:extLst>
          </p:cNvPr>
          <p:cNvSpPr>
            <a:spLocks xmlns:a="http://schemas.openxmlformats.org/drawingml/2006/main" noGrp="1"/>
          </p:cNvSpPr>
          <p:nvPr/>
        </p:nvSpPr>
        <p:spPr>
          <a:xfrm xmlns:a="http://schemas.openxmlformats.org/drawingml/2006/main">
            <a:off x="5905500" y="42481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59E87"/>
                </a:solidFill>
              </a:defRPr>
            </a:pPr>
            <a:r>
              <a:rPr sz="1125" b="1">
                <a:solidFill>
                  <a:srgbClr val="159E87"/>
                </a:solidFill>
              </a:rPr>
              <a:t>05</a:t>
            </a:r>
          </a:p>
        </p:txBody>
      </p:sp>
      <p:sp>
        <p:nvSpPr>
          <p:cNvPr id="30" name="">
            <a:extLst xmlns:a="http://schemas.openxmlformats.org/drawingml/2006/main">
              <a:ext uri="{FF2B5EF4-FFF2-40B4-BE49-F238E27FC236}">
                <a16:creationId xmlns:a16="http://schemas.microsoft.com/office/drawing/2014/main" id="{0E75DED5-31E2-4872-94E9-4A730811FEE1}"/>
              </a:ext>
            </a:extLst>
          </p:cNvPr>
          <p:cNvSpPr>
            <a:spLocks xmlns:a="http://schemas.openxmlformats.org/drawingml/2006/main" noGrp="1"/>
          </p:cNvSpPr>
          <p:nvPr/>
        </p:nvSpPr>
        <p:spPr>
          <a:xfrm xmlns:a="http://schemas.openxmlformats.org/drawingml/2006/main">
            <a:off x="6343650" y="435292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31" name="">
            <a:extLst xmlns:a="http://schemas.openxmlformats.org/drawingml/2006/main">
              <a:ext uri="{FF2B5EF4-FFF2-40B4-BE49-F238E27FC236}">
                <a16:creationId xmlns:a16="http://schemas.microsoft.com/office/drawing/2014/main" id="{46C8996C-E32C-4744-A276-0FE72F076207}"/>
              </a:ext>
            </a:extLst>
          </p:cNvPr>
          <p:cNvSpPr>
            <a:spLocks xmlns:a="http://schemas.openxmlformats.org/drawingml/2006/main" noGrp="1"/>
          </p:cNvSpPr>
          <p:nvPr/>
        </p:nvSpPr>
        <p:spPr>
          <a:xfrm xmlns:a="http://schemas.openxmlformats.org/drawingml/2006/main">
            <a:off x="6705600" y="42291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以统一抽象适配不同终端能力框架</a:t>
            </a:r>
          </a:p>
        </p:txBody>
      </p:sp>
      <p:sp>
        <p:nvSpPr>
          <p:cNvPr id="32" name="">
            <a:extLst xmlns:a="http://schemas.openxmlformats.org/drawingml/2006/main">
              <a:ext uri="{FF2B5EF4-FFF2-40B4-BE49-F238E27FC236}">
                <a16:creationId xmlns:a16="http://schemas.microsoft.com/office/drawing/2014/main" id="{B6B27176-E5A8-4AED-9A61-ABD0B8D8E614}"/>
              </a:ext>
            </a:extLst>
          </p:cNvPr>
          <p:cNvSpPr>
            <a:spLocks xmlns:a="http://schemas.openxmlformats.org/drawingml/2006/main" noGrp="1"/>
          </p:cNvSpPr>
          <p:nvPr/>
        </p:nvSpPr>
        <p:spPr>
          <a:xfrm xmlns:a="http://schemas.openxmlformats.org/drawingml/2006/main">
            <a:off x="5905500" y="48006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59E87"/>
                </a:solidFill>
              </a:defRPr>
            </a:pPr>
            <a:r>
              <a:rPr sz="1125" b="1">
                <a:solidFill>
                  <a:srgbClr val="159E87"/>
                </a:solidFill>
              </a:rPr>
              <a:t>06</a:t>
            </a:r>
          </a:p>
        </p:txBody>
      </p:sp>
      <p:sp>
        <p:nvSpPr>
          <p:cNvPr id="33" name="">
            <a:extLst xmlns:a="http://schemas.openxmlformats.org/drawingml/2006/main">
              <a:ext uri="{FF2B5EF4-FFF2-40B4-BE49-F238E27FC236}">
                <a16:creationId xmlns:a16="http://schemas.microsoft.com/office/drawing/2014/main" id="{F9F5A7C2-F807-4F4F-B043-91CE0688CF80}"/>
              </a:ext>
            </a:extLst>
          </p:cNvPr>
          <p:cNvSpPr>
            <a:spLocks xmlns:a="http://schemas.openxmlformats.org/drawingml/2006/main" noGrp="1"/>
          </p:cNvSpPr>
          <p:nvPr/>
        </p:nvSpPr>
        <p:spPr>
          <a:xfrm xmlns:a="http://schemas.openxmlformats.org/drawingml/2006/main">
            <a:off x="6343650" y="4905375"/>
            <a:ext cx="2286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34" name="">
            <a:extLst xmlns:a="http://schemas.openxmlformats.org/drawingml/2006/main">
              <a:ext uri="{FF2B5EF4-FFF2-40B4-BE49-F238E27FC236}">
                <a16:creationId xmlns:a16="http://schemas.microsoft.com/office/drawing/2014/main" id="{A898D509-CBA3-4B41-856A-680AE162ADF3}"/>
              </a:ext>
            </a:extLst>
          </p:cNvPr>
          <p:cNvSpPr>
            <a:spLocks xmlns:a="http://schemas.openxmlformats.org/drawingml/2006/main" noGrp="1"/>
          </p:cNvSpPr>
          <p:nvPr/>
        </p:nvSpPr>
        <p:spPr>
          <a:xfrm xmlns:a="http://schemas.openxmlformats.org/drawingml/2006/main">
            <a:off x="6705600" y="47815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42536"/>
                </a:solidFill>
              </a:defRPr>
            </a:pPr>
            <a:r>
              <a:rPr sz="1275" b="0">
                <a:solidFill>
                  <a:srgbClr val="142536"/>
                </a:solidFill>
              </a:rPr>
              <a:t>部分能力失效时保留仍有价值的界面区域</a:t>
            </a:r>
          </a:p>
        </p:txBody>
      </p:sp>
      <p:sp>
        <p:nvSpPr>
          <p:cNvPr id="35" name="">
            <a:extLst xmlns:a="http://schemas.openxmlformats.org/drawingml/2006/main">
              <a:ext uri="{FF2B5EF4-FFF2-40B4-BE49-F238E27FC236}">
                <a16:creationId xmlns:a16="http://schemas.microsoft.com/office/drawing/2014/main" id="{9EFDC8C4-45DE-4E23-9405-7FE52AFA2202}"/>
              </a:ext>
            </a:extLst>
          </p:cNvPr>
          <p:cNvSpPr>
            <a:spLocks xmlns:a="http://schemas.openxmlformats.org/drawingml/2006/main" noGrp="1"/>
          </p:cNvSpPr>
          <p:nvPr/>
        </p:nvSpPr>
        <p:spPr>
          <a:xfrm xmlns:a="http://schemas.openxmlformats.org/drawingml/2006/main">
            <a:off x="685800" y="5314950"/>
            <a:ext cx="10820400" cy="704850"/>
          </a:xfrm>
          <a:prstGeom xmlns:a="http://schemas.openxmlformats.org/drawingml/2006/main" prst="roundRect">
            <a:avLst>
              <a:gd name="adj" fmla="val 16216"/>
            </a:avLst>
          </a:prstGeom>
          <a:solidFill xmlns:a="http://schemas.openxmlformats.org/drawingml/2006/main">
            <a:srgbClr val="0B1F33"/>
          </a:solidFill>
          <a:ln xmlns:a="http://schemas.openxmlformats.org/drawingml/2006/main" w="9525">
            <a:solidFill>
              <a:srgbClr val="0B1F33"/>
            </a:solidFill>
            <a:prstDash val="solid"/>
          </a:ln>
        </p:spPr>
      </p:sp>
      <p:sp>
        <p:nvSpPr>
          <p:cNvPr id="36" name="">
            <a:extLst xmlns:a="http://schemas.openxmlformats.org/drawingml/2006/main">
              <a:ext uri="{FF2B5EF4-FFF2-40B4-BE49-F238E27FC236}">
                <a16:creationId xmlns:a16="http://schemas.microsoft.com/office/drawing/2014/main" id="{00911845-4946-45E9-801A-D0D7F0839C39}"/>
              </a:ext>
            </a:extLst>
          </p:cNvPr>
          <p:cNvSpPr>
            <a:spLocks xmlns:a="http://schemas.openxmlformats.org/drawingml/2006/main" noGrp="1"/>
          </p:cNvSpPr>
          <p:nvPr/>
        </p:nvSpPr>
        <p:spPr>
          <a:xfrm xmlns:a="http://schemas.openxmlformats.org/drawingml/2006/main">
            <a:off x="933450" y="552450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13" b="1">
                <a:solidFill>
                  <a:srgbClr val="FFFFFF"/>
                </a:solidFill>
              </a:defRPr>
            </a:pPr>
            <a:r>
              <a:rPr sz="1313" b="1">
                <a:solidFill>
                  <a:srgbClr val="FFFFFF"/>
                </a:solidFill>
              </a:rPr>
              <a:t>评审重点：效果应与 P1—P7 一一映射，并尽量用端到端日志、抓包、异常样例和对照实验量化。</a:t>
            </a:r>
          </a:p>
        </p:txBody>
      </p:sp>
    </p:spTree>
    <p:extLst>
      <p:ext uri="{BB962C8B-B14F-4D97-AF65-F5344CB8AC3E}">
        <p14:creationId xmlns:p14="http://schemas.microsoft.com/office/powerpoint/2010/main" val="2112223876"/>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B0388C90-8F71-42F6-9EA4-EBF2F2C3B065}"/>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五、取证方法</a:t>
            </a:r>
          </a:p>
        </p:txBody>
      </p:sp>
      <p:sp>
        <p:nvSpPr>
          <p:cNvPr id="2" name="title-17">
            <a:extLst xmlns:a="http://schemas.openxmlformats.org/drawingml/2006/main">
              <a:ext uri="{FF2B5EF4-FFF2-40B4-BE49-F238E27FC236}">
                <a16:creationId xmlns:a16="http://schemas.microsoft.com/office/drawing/2014/main" id="{E7E2EE3A-3746-4697-9534-EB0AE4277BC2}"/>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主要保护点具有较强外部可观察性</a:t>
            </a:r>
          </a:p>
        </p:txBody>
      </p:sp>
      <p:sp>
        <p:nvSpPr>
          <p:cNvPr id="3" name="">
            <a:extLst xmlns:a="http://schemas.openxmlformats.org/drawingml/2006/main">
              <a:ext uri="{FF2B5EF4-FFF2-40B4-BE49-F238E27FC236}">
                <a16:creationId xmlns:a16="http://schemas.microsoft.com/office/drawing/2014/main" id="{4354F917-3196-4336-B4BB-D157C3980ECE}"/>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6D8524F6-1E55-495B-B79A-C00E2C2CBDA0}"/>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17</a:t>
            </a:r>
          </a:p>
        </p:txBody>
      </p:sp>
      <p:sp>
        <p:nvSpPr>
          <p:cNvPr id="5" name="">
            <a:extLst xmlns:a="http://schemas.openxmlformats.org/drawingml/2006/main">
              <a:ext uri="{FF2B5EF4-FFF2-40B4-BE49-F238E27FC236}">
                <a16:creationId xmlns:a16="http://schemas.microsoft.com/office/drawing/2014/main" id="{969FF8AA-06AC-4612-B75A-8C662DB670F6}"/>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6B2272E6-B27A-43BA-9470-A5E94F7B8EA2}"/>
              </a:ext>
            </a:extLst>
          </p:cNvPr>
          <p:cNvSpPr>
            <a:spLocks xmlns:a="http://schemas.openxmlformats.org/drawingml/2006/main" noGrp="1"/>
          </p:cNvSpPr>
          <p:nvPr/>
        </p:nvSpPr>
        <p:spPr>
          <a:xfrm xmlns:a="http://schemas.openxmlformats.org/drawingml/2006/main">
            <a:off x="685800" y="1466850"/>
            <a:ext cx="857250" cy="38100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7" name="">
            <a:extLst xmlns:a="http://schemas.openxmlformats.org/drawingml/2006/main">
              <a:ext uri="{FF2B5EF4-FFF2-40B4-BE49-F238E27FC236}">
                <a16:creationId xmlns:a16="http://schemas.microsoft.com/office/drawing/2014/main" id="{656E4C55-36EB-400D-83D0-E9004A69222B}"/>
              </a:ext>
            </a:extLst>
          </p:cNvPr>
          <p:cNvSpPr>
            <a:spLocks xmlns:a="http://schemas.openxmlformats.org/drawingml/2006/main" noGrp="1"/>
          </p:cNvSpPr>
          <p:nvPr/>
        </p:nvSpPr>
        <p:spPr>
          <a:xfrm xmlns:a="http://schemas.openxmlformats.org/drawingml/2006/main">
            <a:off x="781050" y="1543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FFFFFF"/>
                </a:solidFill>
              </a:defRPr>
            </a:pPr>
            <a:r>
              <a:rPr sz="1163" b="1">
                <a:solidFill>
                  <a:srgbClr val="FFFFFF"/>
                </a:solidFill>
              </a:rPr>
              <a:t>点</a:t>
            </a:r>
          </a:p>
        </p:txBody>
      </p:sp>
      <p:sp>
        <p:nvSpPr>
          <p:cNvPr id="8" name="">
            <a:extLst xmlns:a="http://schemas.openxmlformats.org/drawingml/2006/main">
              <a:ext uri="{FF2B5EF4-FFF2-40B4-BE49-F238E27FC236}">
                <a16:creationId xmlns:a16="http://schemas.microsoft.com/office/drawing/2014/main" id="{6D87D105-C5B0-49AC-944F-F0853156CD00}"/>
              </a:ext>
            </a:extLst>
          </p:cNvPr>
          <p:cNvSpPr>
            <a:spLocks xmlns:a="http://schemas.openxmlformats.org/drawingml/2006/main" noGrp="1"/>
          </p:cNvSpPr>
          <p:nvPr/>
        </p:nvSpPr>
        <p:spPr>
          <a:xfrm xmlns:a="http://schemas.openxmlformats.org/drawingml/2006/main">
            <a:off x="1543050" y="1466850"/>
            <a:ext cx="4524375" cy="38100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9" name="">
            <a:extLst xmlns:a="http://schemas.openxmlformats.org/drawingml/2006/main">
              <a:ext uri="{FF2B5EF4-FFF2-40B4-BE49-F238E27FC236}">
                <a16:creationId xmlns:a16="http://schemas.microsoft.com/office/drawing/2014/main" id="{A911BF5C-EBA3-4FE6-AF1A-060364A68322}"/>
              </a:ext>
            </a:extLst>
          </p:cNvPr>
          <p:cNvSpPr>
            <a:spLocks xmlns:a="http://schemas.openxmlformats.org/drawingml/2006/main" noGrp="1"/>
          </p:cNvSpPr>
          <p:nvPr/>
        </p:nvSpPr>
        <p:spPr>
          <a:xfrm xmlns:a="http://schemas.openxmlformats.org/drawingml/2006/main">
            <a:off x="1638300" y="1543050"/>
            <a:ext cx="433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FFFFFF"/>
                </a:solidFill>
              </a:defRPr>
            </a:pPr>
            <a:r>
              <a:rPr sz="1163" b="1">
                <a:solidFill>
                  <a:srgbClr val="FFFFFF"/>
                </a:solidFill>
              </a:rPr>
              <a:t>可观察事实</a:t>
            </a:r>
          </a:p>
        </p:txBody>
      </p:sp>
      <p:sp>
        <p:nvSpPr>
          <p:cNvPr id="10" name="">
            <a:extLst xmlns:a="http://schemas.openxmlformats.org/drawingml/2006/main">
              <a:ext uri="{FF2B5EF4-FFF2-40B4-BE49-F238E27FC236}">
                <a16:creationId xmlns:a16="http://schemas.microsoft.com/office/drawing/2014/main" id="{A8339885-25F7-4641-8C2A-309026E2F4D0}"/>
              </a:ext>
            </a:extLst>
          </p:cNvPr>
          <p:cNvSpPr>
            <a:spLocks xmlns:a="http://schemas.openxmlformats.org/drawingml/2006/main" noGrp="1"/>
          </p:cNvSpPr>
          <p:nvPr/>
        </p:nvSpPr>
        <p:spPr>
          <a:xfrm xmlns:a="http://schemas.openxmlformats.org/drawingml/2006/main">
            <a:off x="6067425" y="1466850"/>
            <a:ext cx="4333875" cy="38100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11" name="">
            <a:extLst xmlns:a="http://schemas.openxmlformats.org/drawingml/2006/main">
              <a:ext uri="{FF2B5EF4-FFF2-40B4-BE49-F238E27FC236}">
                <a16:creationId xmlns:a16="http://schemas.microsoft.com/office/drawing/2014/main" id="{023A1F42-D361-493F-99CB-B8D2EEE0037D}"/>
              </a:ext>
            </a:extLst>
          </p:cNvPr>
          <p:cNvSpPr>
            <a:spLocks xmlns:a="http://schemas.openxmlformats.org/drawingml/2006/main" noGrp="1"/>
          </p:cNvSpPr>
          <p:nvPr/>
        </p:nvSpPr>
        <p:spPr>
          <a:xfrm xmlns:a="http://schemas.openxmlformats.org/drawingml/2006/main">
            <a:off x="6162675" y="1543050"/>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FFFFFF"/>
                </a:solidFill>
              </a:defRPr>
            </a:pPr>
            <a:r>
              <a:rPr sz="1163" b="1">
                <a:solidFill>
                  <a:srgbClr val="FFFFFF"/>
                </a:solidFill>
              </a:rPr>
              <a:t>主要取证方法</a:t>
            </a:r>
          </a:p>
        </p:txBody>
      </p:sp>
      <p:sp>
        <p:nvSpPr>
          <p:cNvPr id="12" name="">
            <a:extLst xmlns:a="http://schemas.openxmlformats.org/drawingml/2006/main">
              <a:ext uri="{FF2B5EF4-FFF2-40B4-BE49-F238E27FC236}">
                <a16:creationId xmlns:a16="http://schemas.microsoft.com/office/drawing/2014/main" id="{FCAC56A1-B29E-442E-ADBC-A74B8A9F5FAB}"/>
              </a:ext>
            </a:extLst>
          </p:cNvPr>
          <p:cNvSpPr>
            <a:spLocks xmlns:a="http://schemas.openxmlformats.org/drawingml/2006/main" noGrp="1"/>
          </p:cNvSpPr>
          <p:nvPr/>
        </p:nvSpPr>
        <p:spPr>
          <a:xfrm xmlns:a="http://schemas.openxmlformats.org/drawingml/2006/main">
            <a:off x="10401300" y="1466850"/>
            <a:ext cx="1104900" cy="38100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prstDash val="solid"/>
          </a:ln>
        </p:spPr>
      </p:sp>
      <p:sp>
        <p:nvSpPr>
          <p:cNvPr id="13" name="">
            <a:extLst xmlns:a="http://schemas.openxmlformats.org/drawingml/2006/main">
              <a:ext uri="{FF2B5EF4-FFF2-40B4-BE49-F238E27FC236}">
                <a16:creationId xmlns:a16="http://schemas.microsoft.com/office/drawing/2014/main" id="{5DBF2615-B994-4DAB-881C-0C2E08A5CE3C}"/>
              </a:ext>
            </a:extLst>
          </p:cNvPr>
          <p:cNvSpPr>
            <a:spLocks xmlns:a="http://schemas.openxmlformats.org/drawingml/2006/main" noGrp="1"/>
          </p:cNvSpPr>
          <p:nvPr/>
        </p:nvSpPr>
        <p:spPr>
          <a:xfrm xmlns:a="http://schemas.openxmlformats.org/drawingml/2006/main">
            <a:off x="10496550" y="154305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FFFFFF"/>
                </a:solidFill>
              </a:defRPr>
            </a:pPr>
            <a:r>
              <a:rPr sz="1163" b="1">
                <a:solidFill>
                  <a:srgbClr val="FFFFFF"/>
                </a:solidFill>
              </a:rPr>
              <a:t>难度</a:t>
            </a:r>
          </a:p>
        </p:txBody>
      </p:sp>
      <p:sp>
        <p:nvSpPr>
          <p:cNvPr id="14" name="">
            <a:extLst xmlns:a="http://schemas.openxmlformats.org/drawingml/2006/main">
              <a:ext uri="{FF2B5EF4-FFF2-40B4-BE49-F238E27FC236}">
                <a16:creationId xmlns:a16="http://schemas.microsoft.com/office/drawing/2014/main" id="{8A7707EE-8468-4499-BC9B-3B4598A666C7}"/>
              </a:ext>
            </a:extLst>
          </p:cNvPr>
          <p:cNvSpPr>
            <a:spLocks xmlns:a="http://schemas.openxmlformats.org/drawingml/2006/main" noGrp="1"/>
          </p:cNvSpPr>
          <p:nvPr/>
        </p:nvSpPr>
        <p:spPr>
          <a:xfrm xmlns:a="http://schemas.openxmlformats.org/drawingml/2006/main">
            <a:off x="685800" y="1847850"/>
            <a:ext cx="85725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FAA58EFB-A77D-4446-B48B-02D9AB41A0C2}"/>
              </a:ext>
            </a:extLst>
          </p:cNvPr>
          <p:cNvSpPr>
            <a:spLocks xmlns:a="http://schemas.openxmlformats.org/drawingml/2006/main" noGrp="1"/>
          </p:cNvSpPr>
          <p:nvPr/>
        </p:nvSpPr>
        <p:spPr>
          <a:xfrm xmlns:a="http://schemas.openxmlformats.org/drawingml/2006/main">
            <a:off x="781050" y="19335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P1</a:t>
            </a:r>
          </a:p>
        </p:txBody>
      </p:sp>
      <p:sp>
        <p:nvSpPr>
          <p:cNvPr id="16" name="">
            <a:extLst xmlns:a="http://schemas.openxmlformats.org/drawingml/2006/main">
              <a:ext uri="{FF2B5EF4-FFF2-40B4-BE49-F238E27FC236}">
                <a16:creationId xmlns:a16="http://schemas.microsoft.com/office/drawing/2014/main" id="{C9F538B6-AB37-4AB5-BE52-B37516E31639}"/>
              </a:ext>
            </a:extLst>
          </p:cNvPr>
          <p:cNvSpPr>
            <a:spLocks xmlns:a="http://schemas.openxmlformats.org/drawingml/2006/main" noGrp="1"/>
          </p:cNvSpPr>
          <p:nvPr/>
        </p:nvSpPr>
        <p:spPr>
          <a:xfrm xmlns:a="http://schemas.openxmlformats.org/drawingml/2006/main">
            <a:off x="1543050" y="1847850"/>
            <a:ext cx="45243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FCA32A33-3BEC-4A26-A339-F3D0B90E281B}"/>
              </a:ext>
            </a:extLst>
          </p:cNvPr>
          <p:cNvSpPr>
            <a:spLocks xmlns:a="http://schemas.openxmlformats.org/drawingml/2006/main" noGrp="1"/>
          </p:cNvSpPr>
          <p:nvPr/>
        </p:nvSpPr>
        <p:spPr>
          <a:xfrm xmlns:a="http://schemas.openxmlformats.org/drawingml/2006/main">
            <a:off x="1638300" y="1933575"/>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同一产物含界面描述与独立能力调用契约；刷新时后者产生前者消费的消息</a:t>
            </a:r>
          </a:p>
        </p:txBody>
      </p:sp>
      <p:sp>
        <p:nvSpPr>
          <p:cNvPr id="18" name="">
            <a:extLst xmlns:a="http://schemas.openxmlformats.org/drawingml/2006/main">
              <a:ext uri="{FF2B5EF4-FFF2-40B4-BE49-F238E27FC236}">
                <a16:creationId xmlns:a16="http://schemas.microsoft.com/office/drawing/2014/main" id="{DED1A084-8698-4ED9-8B8D-650E3D044C24}"/>
              </a:ext>
            </a:extLst>
          </p:cNvPr>
          <p:cNvSpPr>
            <a:spLocks xmlns:a="http://schemas.openxmlformats.org/drawingml/2006/main" noGrp="1"/>
          </p:cNvSpPr>
          <p:nvPr/>
        </p:nvSpPr>
        <p:spPr>
          <a:xfrm xmlns:a="http://schemas.openxmlformats.org/drawingml/2006/main">
            <a:off x="6067425" y="1847850"/>
            <a:ext cx="43338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4E0D427C-0D9F-40E2-AD88-0C657429DAA2}"/>
              </a:ext>
            </a:extLst>
          </p:cNvPr>
          <p:cNvSpPr>
            <a:spLocks xmlns:a="http://schemas.openxmlformats.org/drawingml/2006/main" noGrp="1"/>
          </p:cNvSpPr>
          <p:nvPr/>
        </p:nvSpPr>
        <p:spPr>
          <a:xfrm xmlns:a="http://schemas.openxmlformats.org/drawingml/2006/main">
            <a:off x="6162675" y="193357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解析公开协议、导出产物、本地缓存及运行期消息</a:t>
            </a:r>
          </a:p>
        </p:txBody>
      </p:sp>
      <p:sp>
        <p:nvSpPr>
          <p:cNvPr id="20" name="">
            <a:extLst xmlns:a="http://schemas.openxmlformats.org/drawingml/2006/main">
              <a:ext uri="{FF2B5EF4-FFF2-40B4-BE49-F238E27FC236}">
                <a16:creationId xmlns:a16="http://schemas.microsoft.com/office/drawing/2014/main" id="{3FFCBAA1-9FA4-406C-B0B3-933011A04B4C}"/>
              </a:ext>
            </a:extLst>
          </p:cNvPr>
          <p:cNvSpPr>
            <a:spLocks xmlns:a="http://schemas.openxmlformats.org/drawingml/2006/main" noGrp="1"/>
          </p:cNvSpPr>
          <p:nvPr/>
        </p:nvSpPr>
        <p:spPr>
          <a:xfrm xmlns:a="http://schemas.openxmlformats.org/drawingml/2006/main">
            <a:off x="10401300" y="1847850"/>
            <a:ext cx="11049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51670807-6527-4C27-8359-67A1EC6AD689}"/>
              </a:ext>
            </a:extLst>
          </p:cNvPr>
          <p:cNvSpPr>
            <a:spLocks xmlns:a="http://schemas.openxmlformats.org/drawingml/2006/main" noGrp="1"/>
          </p:cNvSpPr>
          <p:nvPr/>
        </p:nvSpPr>
        <p:spPr>
          <a:xfrm xmlns:a="http://schemas.openxmlformats.org/drawingml/2006/main">
            <a:off x="10496550" y="1933575"/>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中</a:t>
            </a:r>
          </a:p>
        </p:txBody>
      </p:sp>
      <p:sp>
        <p:nvSpPr>
          <p:cNvPr id="22" name="">
            <a:extLst xmlns:a="http://schemas.openxmlformats.org/drawingml/2006/main">
              <a:ext uri="{FF2B5EF4-FFF2-40B4-BE49-F238E27FC236}">
                <a16:creationId xmlns:a16="http://schemas.microsoft.com/office/drawing/2014/main" id="{B8A8EC1B-3AA9-45F1-AD8F-F046E5D036F0}"/>
              </a:ext>
            </a:extLst>
          </p:cNvPr>
          <p:cNvSpPr>
            <a:spLocks xmlns:a="http://schemas.openxmlformats.org/drawingml/2006/main" noGrp="1"/>
          </p:cNvSpPr>
          <p:nvPr/>
        </p:nvSpPr>
        <p:spPr>
          <a:xfrm xmlns:a="http://schemas.openxmlformats.org/drawingml/2006/main">
            <a:off x="685800" y="2447925"/>
            <a:ext cx="85725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3" name="">
            <a:extLst xmlns:a="http://schemas.openxmlformats.org/drawingml/2006/main">
              <a:ext uri="{FF2B5EF4-FFF2-40B4-BE49-F238E27FC236}">
                <a16:creationId xmlns:a16="http://schemas.microsoft.com/office/drawing/2014/main" id="{7E69CE21-7F9F-4633-9D8E-37E13E3B425A}"/>
              </a:ext>
            </a:extLst>
          </p:cNvPr>
          <p:cNvSpPr>
            <a:spLocks xmlns:a="http://schemas.openxmlformats.org/drawingml/2006/main" noGrp="1"/>
          </p:cNvSpPr>
          <p:nvPr/>
        </p:nvSpPr>
        <p:spPr>
          <a:xfrm xmlns:a="http://schemas.openxmlformats.org/drawingml/2006/main">
            <a:off x="781050" y="25336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P2</a:t>
            </a:r>
          </a:p>
        </p:txBody>
      </p:sp>
      <p:sp>
        <p:nvSpPr>
          <p:cNvPr id="24" name="">
            <a:extLst xmlns:a="http://schemas.openxmlformats.org/drawingml/2006/main">
              <a:ext uri="{FF2B5EF4-FFF2-40B4-BE49-F238E27FC236}">
                <a16:creationId xmlns:a16="http://schemas.microsoft.com/office/drawing/2014/main" id="{BD8A79AA-B03B-4384-82BC-0EA8B5CB3FCE}"/>
              </a:ext>
            </a:extLst>
          </p:cNvPr>
          <p:cNvSpPr>
            <a:spLocks xmlns:a="http://schemas.openxmlformats.org/drawingml/2006/main" noGrp="1"/>
          </p:cNvSpPr>
          <p:nvPr/>
        </p:nvSpPr>
        <p:spPr>
          <a:xfrm xmlns:a="http://schemas.openxmlformats.org/drawingml/2006/main">
            <a:off x="1543050" y="2447925"/>
            <a:ext cx="45243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6D45DBEC-7D44-4557-ABC7-3AC22F6BB337}"/>
              </a:ext>
            </a:extLst>
          </p:cNvPr>
          <p:cNvSpPr>
            <a:spLocks xmlns:a="http://schemas.openxmlformats.org/drawingml/2006/main" noGrp="1"/>
          </p:cNvSpPr>
          <p:nvPr/>
        </p:nvSpPr>
        <p:spPr>
          <a:xfrm xmlns:a="http://schemas.openxmlformats.org/drawingml/2006/main">
            <a:off x="1638300" y="2533650"/>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改变终端能力集合会改变允许字段或最终界面</a:t>
            </a:r>
          </a:p>
        </p:txBody>
      </p:sp>
      <p:sp>
        <p:nvSpPr>
          <p:cNvPr id="26" name="">
            <a:extLst xmlns:a="http://schemas.openxmlformats.org/drawingml/2006/main">
              <a:ext uri="{FF2B5EF4-FFF2-40B4-BE49-F238E27FC236}">
                <a16:creationId xmlns:a16="http://schemas.microsoft.com/office/drawing/2014/main" id="{91A10F15-35E8-46B5-8995-0E94B41A12A4}"/>
              </a:ext>
            </a:extLst>
          </p:cNvPr>
          <p:cNvSpPr>
            <a:spLocks xmlns:a="http://schemas.openxmlformats.org/drawingml/2006/main" noGrp="1"/>
          </p:cNvSpPr>
          <p:nvPr/>
        </p:nvSpPr>
        <p:spPr>
          <a:xfrm xmlns:a="http://schemas.openxmlformats.org/drawingml/2006/main">
            <a:off x="6067425" y="2447925"/>
            <a:ext cx="43338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6B43E754-FC7B-489E-A42C-AB1EE14E0B2C}"/>
              </a:ext>
            </a:extLst>
          </p:cNvPr>
          <p:cNvSpPr>
            <a:spLocks xmlns:a="http://schemas.openxmlformats.org/drawingml/2006/main" noGrp="1"/>
          </p:cNvSpPr>
          <p:nvPr/>
        </p:nvSpPr>
        <p:spPr>
          <a:xfrm xmlns:a="http://schemas.openxmlformats.org/drawingml/2006/main">
            <a:off x="6162675" y="25336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相同需求在不同能力终端进行差分测试</a:t>
            </a:r>
          </a:p>
        </p:txBody>
      </p:sp>
      <p:sp>
        <p:nvSpPr>
          <p:cNvPr id="28" name="">
            <a:extLst xmlns:a="http://schemas.openxmlformats.org/drawingml/2006/main">
              <a:ext uri="{FF2B5EF4-FFF2-40B4-BE49-F238E27FC236}">
                <a16:creationId xmlns:a16="http://schemas.microsoft.com/office/drawing/2014/main" id="{79C5AD0E-CFEA-4B62-B1C5-B9D53B9EFA02}"/>
              </a:ext>
            </a:extLst>
          </p:cNvPr>
          <p:cNvSpPr>
            <a:spLocks xmlns:a="http://schemas.openxmlformats.org/drawingml/2006/main" noGrp="1"/>
          </p:cNvSpPr>
          <p:nvPr/>
        </p:nvSpPr>
        <p:spPr>
          <a:xfrm xmlns:a="http://schemas.openxmlformats.org/drawingml/2006/main">
            <a:off x="10401300" y="2447925"/>
            <a:ext cx="110490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84BD533C-0261-4C66-8BFD-9306D4DBD9F4}"/>
              </a:ext>
            </a:extLst>
          </p:cNvPr>
          <p:cNvSpPr>
            <a:spLocks xmlns:a="http://schemas.openxmlformats.org/drawingml/2006/main" noGrp="1"/>
          </p:cNvSpPr>
          <p:nvPr/>
        </p:nvSpPr>
        <p:spPr>
          <a:xfrm xmlns:a="http://schemas.openxmlformats.org/drawingml/2006/main">
            <a:off x="10496550" y="2533650"/>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中高</a:t>
            </a:r>
          </a:p>
        </p:txBody>
      </p:sp>
      <p:sp>
        <p:nvSpPr>
          <p:cNvPr id="30" name="">
            <a:extLst xmlns:a="http://schemas.openxmlformats.org/drawingml/2006/main">
              <a:ext uri="{FF2B5EF4-FFF2-40B4-BE49-F238E27FC236}">
                <a16:creationId xmlns:a16="http://schemas.microsoft.com/office/drawing/2014/main" id="{263AF75E-2EB5-400A-8E6A-6897B283344C}"/>
              </a:ext>
            </a:extLst>
          </p:cNvPr>
          <p:cNvSpPr>
            <a:spLocks xmlns:a="http://schemas.openxmlformats.org/drawingml/2006/main" noGrp="1"/>
          </p:cNvSpPr>
          <p:nvPr/>
        </p:nvSpPr>
        <p:spPr>
          <a:xfrm xmlns:a="http://schemas.openxmlformats.org/drawingml/2006/main">
            <a:off x="685800" y="3048000"/>
            <a:ext cx="85725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AF789CFA-277D-43C6-AC41-9A80470A3D9B}"/>
              </a:ext>
            </a:extLst>
          </p:cNvPr>
          <p:cNvSpPr>
            <a:spLocks xmlns:a="http://schemas.openxmlformats.org/drawingml/2006/main" noGrp="1"/>
          </p:cNvSpPr>
          <p:nvPr/>
        </p:nvSpPr>
        <p:spPr>
          <a:xfrm xmlns:a="http://schemas.openxmlformats.org/drawingml/2006/main">
            <a:off x="781050" y="31337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P3</a:t>
            </a:r>
          </a:p>
        </p:txBody>
      </p:sp>
      <p:sp>
        <p:nvSpPr>
          <p:cNvPr id="32" name="">
            <a:extLst xmlns:a="http://schemas.openxmlformats.org/drawingml/2006/main">
              <a:ext uri="{FF2B5EF4-FFF2-40B4-BE49-F238E27FC236}">
                <a16:creationId xmlns:a16="http://schemas.microsoft.com/office/drawing/2014/main" id="{E14D6459-BA07-4D47-AAE5-8A0D9F5878FA}"/>
              </a:ext>
            </a:extLst>
          </p:cNvPr>
          <p:cNvSpPr>
            <a:spLocks xmlns:a="http://schemas.openxmlformats.org/drawingml/2006/main" noGrp="1"/>
          </p:cNvSpPr>
          <p:nvPr/>
        </p:nvSpPr>
        <p:spPr>
          <a:xfrm xmlns:a="http://schemas.openxmlformats.org/drawingml/2006/main">
            <a:off x="1543050" y="3048000"/>
            <a:ext cx="45243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B58D7637-8C06-4ECE-81E7-EBB5F6635A9F}"/>
              </a:ext>
            </a:extLst>
          </p:cNvPr>
          <p:cNvSpPr>
            <a:spLocks xmlns:a="http://schemas.openxmlformats.org/drawingml/2006/main" noGrp="1"/>
          </p:cNvSpPr>
          <p:nvPr/>
        </p:nvSpPr>
        <p:spPr>
          <a:xfrm xmlns:a="http://schemas.openxmlformats.org/drawingml/2006/main">
            <a:off x="1638300" y="3133725"/>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真实数据变化后界面刷新，但生成服务未收到该数据</a:t>
            </a:r>
          </a:p>
        </p:txBody>
      </p:sp>
      <p:sp>
        <p:nvSpPr>
          <p:cNvPr id="34" name="">
            <a:extLst xmlns:a="http://schemas.openxmlformats.org/drawingml/2006/main">
              <a:ext uri="{FF2B5EF4-FFF2-40B4-BE49-F238E27FC236}">
                <a16:creationId xmlns:a16="http://schemas.microsoft.com/office/drawing/2014/main" id="{B4C7743F-1528-4F38-8A8C-D5AE0045AEBA}"/>
              </a:ext>
            </a:extLst>
          </p:cNvPr>
          <p:cNvSpPr>
            <a:spLocks xmlns:a="http://schemas.openxmlformats.org/drawingml/2006/main" noGrp="1"/>
          </p:cNvSpPr>
          <p:nvPr/>
        </p:nvSpPr>
        <p:spPr>
          <a:xfrm xmlns:a="http://schemas.openxmlformats.org/drawingml/2006/main">
            <a:off x="6067425" y="3048000"/>
            <a:ext cx="43338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D2BD139E-C75A-4A89-8654-F266577B91D7}"/>
              </a:ext>
            </a:extLst>
          </p:cNvPr>
          <p:cNvSpPr>
            <a:spLocks xmlns:a="http://schemas.openxmlformats.org/drawingml/2006/main" noGrp="1"/>
          </p:cNvSpPr>
          <p:nvPr/>
        </p:nvSpPr>
        <p:spPr>
          <a:xfrm xmlns:a="http://schemas.openxmlformats.org/drawingml/2006/main">
            <a:off x="6162675" y="31337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抓包、断网测试、本地日志与前后截图</a:t>
            </a:r>
          </a:p>
        </p:txBody>
      </p:sp>
      <p:sp>
        <p:nvSpPr>
          <p:cNvPr id="36" name="">
            <a:extLst xmlns:a="http://schemas.openxmlformats.org/drawingml/2006/main">
              <a:ext uri="{FF2B5EF4-FFF2-40B4-BE49-F238E27FC236}">
                <a16:creationId xmlns:a16="http://schemas.microsoft.com/office/drawing/2014/main" id="{B1AF7CA6-418B-47FB-854D-2367CA7D6635}"/>
              </a:ext>
            </a:extLst>
          </p:cNvPr>
          <p:cNvSpPr>
            <a:spLocks xmlns:a="http://schemas.openxmlformats.org/drawingml/2006/main" noGrp="1"/>
          </p:cNvSpPr>
          <p:nvPr/>
        </p:nvSpPr>
        <p:spPr>
          <a:xfrm xmlns:a="http://schemas.openxmlformats.org/drawingml/2006/main">
            <a:off x="10401300" y="3048000"/>
            <a:ext cx="11049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0D37327C-EE57-41BD-A96A-55B1BBB52A2D}"/>
              </a:ext>
            </a:extLst>
          </p:cNvPr>
          <p:cNvSpPr>
            <a:spLocks xmlns:a="http://schemas.openxmlformats.org/drawingml/2006/main" noGrp="1"/>
          </p:cNvSpPr>
          <p:nvPr/>
        </p:nvSpPr>
        <p:spPr>
          <a:xfrm xmlns:a="http://schemas.openxmlformats.org/drawingml/2006/main">
            <a:off x="10496550" y="3133725"/>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中</a:t>
            </a:r>
          </a:p>
        </p:txBody>
      </p:sp>
      <p:sp>
        <p:nvSpPr>
          <p:cNvPr id="38" name="">
            <a:extLst xmlns:a="http://schemas.openxmlformats.org/drawingml/2006/main">
              <a:ext uri="{FF2B5EF4-FFF2-40B4-BE49-F238E27FC236}">
                <a16:creationId xmlns:a16="http://schemas.microsoft.com/office/drawing/2014/main" id="{C0EF384B-F51A-4C10-973C-7D91A4401760}"/>
              </a:ext>
            </a:extLst>
          </p:cNvPr>
          <p:cNvSpPr>
            <a:spLocks xmlns:a="http://schemas.openxmlformats.org/drawingml/2006/main" noGrp="1"/>
          </p:cNvSpPr>
          <p:nvPr/>
        </p:nvSpPr>
        <p:spPr>
          <a:xfrm xmlns:a="http://schemas.openxmlformats.org/drawingml/2006/main">
            <a:off x="685800" y="3648075"/>
            <a:ext cx="85725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39" name="">
            <a:extLst xmlns:a="http://schemas.openxmlformats.org/drawingml/2006/main">
              <a:ext uri="{FF2B5EF4-FFF2-40B4-BE49-F238E27FC236}">
                <a16:creationId xmlns:a16="http://schemas.microsoft.com/office/drawing/2014/main" id="{286E8F74-FEAD-4E6E-AC9E-AA6EC4602770}"/>
              </a:ext>
            </a:extLst>
          </p:cNvPr>
          <p:cNvSpPr>
            <a:spLocks xmlns:a="http://schemas.openxmlformats.org/drawingml/2006/main" noGrp="1"/>
          </p:cNvSpPr>
          <p:nvPr/>
        </p:nvSpPr>
        <p:spPr>
          <a:xfrm xmlns:a="http://schemas.openxmlformats.org/drawingml/2006/main">
            <a:off x="781050" y="37338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P4</a:t>
            </a:r>
          </a:p>
        </p:txBody>
      </p:sp>
      <p:sp>
        <p:nvSpPr>
          <p:cNvPr id="40" name="">
            <a:extLst xmlns:a="http://schemas.openxmlformats.org/drawingml/2006/main">
              <a:ext uri="{FF2B5EF4-FFF2-40B4-BE49-F238E27FC236}">
                <a16:creationId xmlns:a16="http://schemas.microsoft.com/office/drawing/2014/main" id="{BFCE7CF9-CF8F-4191-A572-3F37C1AFA56F}"/>
              </a:ext>
            </a:extLst>
          </p:cNvPr>
          <p:cNvSpPr>
            <a:spLocks xmlns:a="http://schemas.openxmlformats.org/drawingml/2006/main" noGrp="1"/>
          </p:cNvSpPr>
          <p:nvPr/>
        </p:nvSpPr>
        <p:spPr>
          <a:xfrm xmlns:a="http://schemas.openxmlformats.org/drawingml/2006/main">
            <a:off x="1543050" y="3648075"/>
            <a:ext cx="45243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9581FBCE-03EA-44C6-9F65-F9B857AAB726}"/>
              </a:ext>
            </a:extLst>
          </p:cNvPr>
          <p:cNvSpPr>
            <a:spLocks xmlns:a="http://schemas.openxmlformats.org/drawingml/2006/main" noGrp="1"/>
          </p:cNvSpPr>
          <p:nvPr/>
        </p:nvSpPr>
        <p:spPr>
          <a:xfrm xmlns:a="http://schemas.openxmlformats.org/drawingml/2006/main">
            <a:off x="1638300" y="3733800"/>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路径、schema、冲突或越权错误在渲染前被拒绝或修复</a:t>
            </a:r>
          </a:p>
        </p:txBody>
      </p:sp>
      <p:sp>
        <p:nvSpPr>
          <p:cNvPr id="42" name="">
            <a:extLst xmlns:a="http://schemas.openxmlformats.org/drawingml/2006/main">
              <a:ext uri="{FF2B5EF4-FFF2-40B4-BE49-F238E27FC236}">
                <a16:creationId xmlns:a16="http://schemas.microsoft.com/office/drawing/2014/main" id="{48FBE3F5-8999-43D1-ADD3-430934A62C49}"/>
              </a:ext>
            </a:extLst>
          </p:cNvPr>
          <p:cNvSpPr>
            <a:spLocks xmlns:a="http://schemas.openxmlformats.org/drawingml/2006/main" noGrp="1"/>
          </p:cNvSpPr>
          <p:nvPr/>
        </p:nvSpPr>
        <p:spPr>
          <a:xfrm xmlns:a="http://schemas.openxmlformats.org/drawingml/2006/main">
            <a:off x="6067425" y="3648075"/>
            <a:ext cx="43338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43" name="">
            <a:extLst xmlns:a="http://schemas.openxmlformats.org/drawingml/2006/main">
              <a:ext uri="{FF2B5EF4-FFF2-40B4-BE49-F238E27FC236}">
                <a16:creationId xmlns:a16="http://schemas.microsoft.com/office/drawing/2014/main" id="{16B212AB-6547-4DE5-9A9A-EF06FCFC63A9}"/>
              </a:ext>
            </a:extLst>
          </p:cNvPr>
          <p:cNvSpPr>
            <a:spLocks xmlns:a="http://schemas.openxmlformats.org/drawingml/2006/main" noGrp="1"/>
          </p:cNvSpPr>
          <p:nvPr/>
        </p:nvSpPr>
        <p:spPr>
          <a:xfrm xmlns:a="http://schemas.openxmlformats.org/drawingml/2006/main">
            <a:off x="6162675" y="373380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构造授权畸形产物，记录错误与修复结果</a:t>
            </a:r>
          </a:p>
        </p:txBody>
      </p:sp>
      <p:sp>
        <p:nvSpPr>
          <p:cNvPr id="44" name="">
            <a:extLst xmlns:a="http://schemas.openxmlformats.org/drawingml/2006/main">
              <a:ext uri="{FF2B5EF4-FFF2-40B4-BE49-F238E27FC236}">
                <a16:creationId xmlns:a16="http://schemas.microsoft.com/office/drawing/2014/main" id="{CF8B4AB0-AB34-4380-9443-0B670A6C439F}"/>
              </a:ext>
            </a:extLst>
          </p:cNvPr>
          <p:cNvSpPr>
            <a:spLocks xmlns:a="http://schemas.openxmlformats.org/drawingml/2006/main" noGrp="1"/>
          </p:cNvSpPr>
          <p:nvPr/>
        </p:nvSpPr>
        <p:spPr>
          <a:xfrm xmlns:a="http://schemas.openxmlformats.org/drawingml/2006/main">
            <a:off x="10401300" y="3648075"/>
            <a:ext cx="110490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F9E4B843-DA4B-49AF-A2FD-7E2DC15EB900}"/>
              </a:ext>
            </a:extLst>
          </p:cNvPr>
          <p:cNvSpPr>
            <a:spLocks xmlns:a="http://schemas.openxmlformats.org/drawingml/2006/main" noGrp="1"/>
          </p:cNvSpPr>
          <p:nvPr/>
        </p:nvSpPr>
        <p:spPr>
          <a:xfrm xmlns:a="http://schemas.openxmlformats.org/drawingml/2006/main">
            <a:off x="10496550" y="3733800"/>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中高</a:t>
            </a:r>
          </a:p>
        </p:txBody>
      </p:sp>
      <p:sp>
        <p:nvSpPr>
          <p:cNvPr id="46" name="">
            <a:extLst xmlns:a="http://schemas.openxmlformats.org/drawingml/2006/main">
              <a:ext uri="{FF2B5EF4-FFF2-40B4-BE49-F238E27FC236}">
                <a16:creationId xmlns:a16="http://schemas.microsoft.com/office/drawing/2014/main" id="{98742812-EA6C-4CB9-A7CD-EABC939CC35F}"/>
              </a:ext>
            </a:extLst>
          </p:cNvPr>
          <p:cNvSpPr>
            <a:spLocks xmlns:a="http://schemas.openxmlformats.org/drawingml/2006/main" noGrp="1"/>
          </p:cNvSpPr>
          <p:nvPr/>
        </p:nvSpPr>
        <p:spPr>
          <a:xfrm xmlns:a="http://schemas.openxmlformats.org/drawingml/2006/main">
            <a:off x="685800" y="4248150"/>
            <a:ext cx="857250" cy="600075"/>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47" name="">
            <a:extLst xmlns:a="http://schemas.openxmlformats.org/drawingml/2006/main">
              <a:ext uri="{FF2B5EF4-FFF2-40B4-BE49-F238E27FC236}">
                <a16:creationId xmlns:a16="http://schemas.microsoft.com/office/drawing/2014/main" id="{4F3E817B-5820-4754-9181-CED3222428BC}"/>
              </a:ext>
            </a:extLst>
          </p:cNvPr>
          <p:cNvSpPr>
            <a:spLocks xmlns:a="http://schemas.openxmlformats.org/drawingml/2006/main" noGrp="1"/>
          </p:cNvSpPr>
          <p:nvPr/>
        </p:nvSpPr>
        <p:spPr>
          <a:xfrm xmlns:a="http://schemas.openxmlformats.org/drawingml/2006/main">
            <a:off x="781050" y="433387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E9842B"/>
                </a:solidFill>
              </a:defRPr>
            </a:pPr>
            <a:r>
              <a:rPr sz="1238" b="1">
                <a:solidFill>
                  <a:srgbClr val="E9842B"/>
                </a:solidFill>
              </a:rPr>
              <a:t>P5</a:t>
            </a:r>
          </a:p>
        </p:txBody>
      </p:sp>
      <p:sp>
        <p:nvSpPr>
          <p:cNvPr id="48" name="">
            <a:extLst xmlns:a="http://schemas.openxmlformats.org/drawingml/2006/main">
              <a:ext uri="{FF2B5EF4-FFF2-40B4-BE49-F238E27FC236}">
                <a16:creationId xmlns:a16="http://schemas.microsoft.com/office/drawing/2014/main" id="{AD990BF4-A428-42CD-861C-D5AC5EE85AEA}"/>
              </a:ext>
            </a:extLst>
          </p:cNvPr>
          <p:cNvSpPr>
            <a:spLocks xmlns:a="http://schemas.openxmlformats.org/drawingml/2006/main" noGrp="1"/>
          </p:cNvSpPr>
          <p:nvPr/>
        </p:nvSpPr>
        <p:spPr>
          <a:xfrm xmlns:a="http://schemas.openxmlformats.org/drawingml/2006/main">
            <a:off x="1543050" y="4248150"/>
            <a:ext cx="4524375" cy="600075"/>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49" name="">
            <a:extLst xmlns:a="http://schemas.openxmlformats.org/drawingml/2006/main">
              <a:ext uri="{FF2B5EF4-FFF2-40B4-BE49-F238E27FC236}">
                <a16:creationId xmlns:a16="http://schemas.microsoft.com/office/drawing/2014/main" id="{9DBA8CD0-B4C0-45C5-A0AD-2DFD0C945DAB}"/>
              </a:ext>
            </a:extLst>
          </p:cNvPr>
          <p:cNvSpPr>
            <a:spLocks xmlns:a="http://schemas.openxmlformats.org/drawingml/2006/main" noGrp="1"/>
          </p:cNvSpPr>
          <p:nvPr/>
        </p:nvSpPr>
        <p:spPr>
          <a:xfrm xmlns:a="http://schemas.openxmlformats.org/drawingml/2006/main">
            <a:off x="1638300" y="4333875"/>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42536"/>
                </a:solidFill>
              </a:defRPr>
            </a:pPr>
            <a:r>
              <a:rPr sz="1088" b="1">
                <a:solidFill>
                  <a:srgbClr val="142536"/>
                </a:solidFill>
              </a:rPr>
              <a:t>每次刷新均产生新的 updateDataModel，界面协议摘要不变</a:t>
            </a:r>
          </a:p>
        </p:txBody>
      </p:sp>
      <p:sp>
        <p:nvSpPr>
          <p:cNvPr id="50" name="">
            <a:extLst xmlns:a="http://schemas.openxmlformats.org/drawingml/2006/main">
              <a:ext uri="{FF2B5EF4-FFF2-40B4-BE49-F238E27FC236}">
                <a16:creationId xmlns:a16="http://schemas.microsoft.com/office/drawing/2014/main" id="{2F8A49CB-E2CE-4941-8285-5B547971834C}"/>
              </a:ext>
            </a:extLst>
          </p:cNvPr>
          <p:cNvSpPr>
            <a:spLocks xmlns:a="http://schemas.openxmlformats.org/drawingml/2006/main" noGrp="1"/>
          </p:cNvSpPr>
          <p:nvPr/>
        </p:nvSpPr>
        <p:spPr>
          <a:xfrm xmlns:a="http://schemas.openxmlformats.org/drawingml/2006/main">
            <a:off x="6067425" y="4248150"/>
            <a:ext cx="4333875" cy="600075"/>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51" name="">
            <a:extLst xmlns:a="http://schemas.openxmlformats.org/drawingml/2006/main">
              <a:ext uri="{FF2B5EF4-FFF2-40B4-BE49-F238E27FC236}">
                <a16:creationId xmlns:a16="http://schemas.microsoft.com/office/drawing/2014/main" id="{410EEF35-DFE6-4021-A6A8-9CCA4A6EDEB9}"/>
              </a:ext>
            </a:extLst>
          </p:cNvPr>
          <p:cNvSpPr>
            <a:spLocks xmlns:a="http://schemas.openxmlformats.org/drawingml/2006/main" noGrp="1"/>
          </p:cNvSpPr>
          <p:nvPr/>
        </p:nvSpPr>
        <p:spPr>
          <a:xfrm xmlns:a="http://schemas.openxmlformats.org/drawingml/2006/main">
            <a:off x="6162675" y="433387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42536"/>
                </a:solidFill>
              </a:defRPr>
            </a:pPr>
            <a:r>
              <a:rPr sz="1088" b="1">
                <a:solidFill>
                  <a:srgbClr val="142536"/>
                </a:solidFill>
              </a:rPr>
              <a:t>连续刷新并记录能力调用、消息流和界面摘要</a:t>
            </a:r>
          </a:p>
        </p:txBody>
      </p:sp>
      <p:sp>
        <p:nvSpPr>
          <p:cNvPr id="52" name="">
            <a:extLst xmlns:a="http://schemas.openxmlformats.org/drawingml/2006/main">
              <a:ext uri="{FF2B5EF4-FFF2-40B4-BE49-F238E27FC236}">
                <a16:creationId xmlns:a16="http://schemas.microsoft.com/office/drawing/2014/main" id="{1313913D-850C-49FA-A993-B92B1E9C585B}"/>
              </a:ext>
            </a:extLst>
          </p:cNvPr>
          <p:cNvSpPr>
            <a:spLocks xmlns:a="http://schemas.openxmlformats.org/drawingml/2006/main" noGrp="1"/>
          </p:cNvSpPr>
          <p:nvPr/>
        </p:nvSpPr>
        <p:spPr>
          <a:xfrm xmlns:a="http://schemas.openxmlformats.org/drawingml/2006/main">
            <a:off x="10401300" y="4248150"/>
            <a:ext cx="1104900" cy="600075"/>
          </a:xfrm>
          <a:prstGeom xmlns:a="http://schemas.openxmlformats.org/drawingml/2006/main" prst="rect">
            <a:avLst/>
          </a:prstGeom>
          <a:solidFill xmlns:a="http://schemas.openxmlformats.org/drawingml/2006/main">
            <a:srgbClr val="FFF0E3"/>
          </a:solidFill>
          <a:ln xmlns:a="http://schemas.openxmlformats.org/drawingml/2006/main" w="9525">
            <a:solidFill>
              <a:srgbClr val="D6DEE8"/>
            </a:solidFill>
            <a:prstDash val="solid"/>
          </a:ln>
        </p:spPr>
      </p:sp>
      <p:sp>
        <p:nvSpPr>
          <p:cNvPr id="53" name="">
            <a:extLst xmlns:a="http://schemas.openxmlformats.org/drawingml/2006/main">
              <a:ext uri="{FF2B5EF4-FFF2-40B4-BE49-F238E27FC236}">
                <a16:creationId xmlns:a16="http://schemas.microsoft.com/office/drawing/2014/main" id="{12A4892D-FFB4-412A-9D97-DF1C1E8E58FB}"/>
              </a:ext>
            </a:extLst>
          </p:cNvPr>
          <p:cNvSpPr>
            <a:spLocks xmlns:a="http://schemas.openxmlformats.org/drawingml/2006/main" noGrp="1"/>
          </p:cNvSpPr>
          <p:nvPr/>
        </p:nvSpPr>
        <p:spPr>
          <a:xfrm xmlns:a="http://schemas.openxmlformats.org/drawingml/2006/main">
            <a:off x="10496550" y="4333875"/>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142536"/>
                </a:solidFill>
              </a:defRPr>
            </a:pPr>
            <a:r>
              <a:rPr sz="1088" b="1">
                <a:solidFill>
                  <a:srgbClr val="142536"/>
                </a:solidFill>
              </a:rPr>
              <a:t>中</a:t>
            </a:r>
          </a:p>
        </p:txBody>
      </p:sp>
      <p:sp>
        <p:nvSpPr>
          <p:cNvPr id="54" name="">
            <a:extLst xmlns:a="http://schemas.openxmlformats.org/drawingml/2006/main">
              <a:ext uri="{FF2B5EF4-FFF2-40B4-BE49-F238E27FC236}">
                <a16:creationId xmlns:a16="http://schemas.microsoft.com/office/drawing/2014/main" id="{86209FE3-A0F3-43BB-AE07-E43DC978B208}"/>
              </a:ext>
            </a:extLst>
          </p:cNvPr>
          <p:cNvSpPr>
            <a:spLocks xmlns:a="http://schemas.openxmlformats.org/drawingml/2006/main" noGrp="1"/>
          </p:cNvSpPr>
          <p:nvPr/>
        </p:nvSpPr>
        <p:spPr>
          <a:xfrm xmlns:a="http://schemas.openxmlformats.org/drawingml/2006/main">
            <a:off x="685800" y="4848225"/>
            <a:ext cx="85725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55" name="">
            <a:extLst xmlns:a="http://schemas.openxmlformats.org/drawingml/2006/main">
              <a:ext uri="{FF2B5EF4-FFF2-40B4-BE49-F238E27FC236}">
                <a16:creationId xmlns:a16="http://schemas.microsoft.com/office/drawing/2014/main" id="{C4020B29-7FAC-4652-B6C0-18136EEF24CF}"/>
              </a:ext>
            </a:extLst>
          </p:cNvPr>
          <p:cNvSpPr>
            <a:spLocks xmlns:a="http://schemas.openxmlformats.org/drawingml/2006/main" noGrp="1"/>
          </p:cNvSpPr>
          <p:nvPr/>
        </p:nvSpPr>
        <p:spPr>
          <a:xfrm xmlns:a="http://schemas.openxmlformats.org/drawingml/2006/main">
            <a:off x="781050" y="49339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P6</a:t>
            </a:r>
          </a:p>
        </p:txBody>
      </p:sp>
      <p:sp>
        <p:nvSpPr>
          <p:cNvPr id="56" name="">
            <a:extLst xmlns:a="http://schemas.openxmlformats.org/drawingml/2006/main">
              <a:ext uri="{FF2B5EF4-FFF2-40B4-BE49-F238E27FC236}">
                <a16:creationId xmlns:a16="http://schemas.microsoft.com/office/drawing/2014/main" id="{70AB36A4-43DE-4F49-A57E-8221CB1422D3}"/>
              </a:ext>
            </a:extLst>
          </p:cNvPr>
          <p:cNvSpPr>
            <a:spLocks xmlns:a="http://schemas.openxmlformats.org/drawingml/2006/main" noGrp="1"/>
          </p:cNvSpPr>
          <p:nvPr/>
        </p:nvSpPr>
        <p:spPr>
          <a:xfrm xmlns:a="http://schemas.openxmlformats.org/drawingml/2006/main">
            <a:off x="1543050" y="4848225"/>
            <a:ext cx="45243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57" name="">
            <a:extLst xmlns:a="http://schemas.openxmlformats.org/drawingml/2006/main">
              <a:ext uri="{FF2B5EF4-FFF2-40B4-BE49-F238E27FC236}">
                <a16:creationId xmlns:a16="http://schemas.microsoft.com/office/drawing/2014/main" id="{B5C02A1F-349C-457D-8BFA-C8D217ABED4A}"/>
              </a:ext>
            </a:extLst>
          </p:cNvPr>
          <p:cNvSpPr>
            <a:spLocks xmlns:a="http://schemas.openxmlformats.org/drawingml/2006/main" noGrp="1"/>
          </p:cNvSpPr>
          <p:nvPr/>
        </p:nvSpPr>
        <p:spPr>
          <a:xfrm xmlns:a="http://schemas.openxmlformats.org/drawingml/2006/main">
            <a:off x="1638300" y="4933950"/>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替换协议对象或版本组合后被拒绝或迁移</a:t>
            </a:r>
          </a:p>
        </p:txBody>
      </p:sp>
      <p:sp>
        <p:nvSpPr>
          <p:cNvPr id="58" name="">
            <a:extLst xmlns:a="http://schemas.openxmlformats.org/drawingml/2006/main">
              <a:ext uri="{FF2B5EF4-FFF2-40B4-BE49-F238E27FC236}">
                <a16:creationId xmlns:a16="http://schemas.microsoft.com/office/drawing/2014/main" id="{592FC057-0812-42CE-BD5C-0D9FE0BD368D}"/>
              </a:ext>
            </a:extLst>
          </p:cNvPr>
          <p:cNvSpPr>
            <a:spLocks xmlns:a="http://schemas.openxmlformats.org/drawingml/2006/main" noGrp="1"/>
          </p:cNvSpPr>
          <p:nvPr/>
        </p:nvSpPr>
        <p:spPr>
          <a:xfrm xmlns:a="http://schemas.openxmlformats.org/drawingml/2006/main">
            <a:off x="6067425" y="4848225"/>
            <a:ext cx="4333875"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59" name="">
            <a:extLst xmlns:a="http://schemas.openxmlformats.org/drawingml/2006/main">
              <a:ext uri="{FF2B5EF4-FFF2-40B4-BE49-F238E27FC236}">
                <a16:creationId xmlns:a16="http://schemas.microsoft.com/office/drawing/2014/main" id="{7B1B8634-85A3-40B6-B68B-E37191D14B93}"/>
              </a:ext>
            </a:extLst>
          </p:cNvPr>
          <p:cNvSpPr>
            <a:spLocks xmlns:a="http://schemas.openxmlformats.org/drawingml/2006/main" noGrp="1"/>
          </p:cNvSpPr>
          <p:nvPr/>
        </p:nvSpPr>
        <p:spPr>
          <a:xfrm xmlns:a="http://schemas.openxmlformats.org/drawingml/2006/main">
            <a:off x="6162675" y="49339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交换产物组成、修改版本和摘要进行授权测试</a:t>
            </a:r>
          </a:p>
        </p:txBody>
      </p:sp>
      <p:sp>
        <p:nvSpPr>
          <p:cNvPr id="60" name="">
            <a:extLst xmlns:a="http://schemas.openxmlformats.org/drawingml/2006/main">
              <a:ext uri="{FF2B5EF4-FFF2-40B4-BE49-F238E27FC236}">
                <a16:creationId xmlns:a16="http://schemas.microsoft.com/office/drawing/2014/main" id="{2C70B687-67AB-417D-941A-92C208D345D8}"/>
              </a:ext>
            </a:extLst>
          </p:cNvPr>
          <p:cNvSpPr>
            <a:spLocks xmlns:a="http://schemas.openxmlformats.org/drawingml/2006/main" noGrp="1"/>
          </p:cNvSpPr>
          <p:nvPr/>
        </p:nvSpPr>
        <p:spPr>
          <a:xfrm xmlns:a="http://schemas.openxmlformats.org/drawingml/2006/main">
            <a:off x="10401300" y="4848225"/>
            <a:ext cx="1104900" cy="600075"/>
          </a:xfrm>
          <a:prstGeom xmlns:a="http://schemas.openxmlformats.org/drawingml/2006/main" prst="rect">
            <a:avLst/>
          </a:prstGeom>
          <a:solidFill xmlns:a="http://schemas.openxmlformats.org/drawingml/2006/main">
            <a:srgbClr val="F9FBFD"/>
          </a:solidFill>
          <a:ln xmlns:a="http://schemas.openxmlformats.org/drawingml/2006/main" w="9525">
            <a:solidFill>
              <a:srgbClr val="D6DEE8"/>
            </a:solidFill>
            <a:prstDash val="solid"/>
          </a:ln>
        </p:spPr>
      </p:sp>
      <p:sp>
        <p:nvSpPr>
          <p:cNvPr id="61" name="">
            <a:extLst xmlns:a="http://schemas.openxmlformats.org/drawingml/2006/main">
              <a:ext uri="{FF2B5EF4-FFF2-40B4-BE49-F238E27FC236}">
                <a16:creationId xmlns:a16="http://schemas.microsoft.com/office/drawing/2014/main" id="{64451794-18CB-476E-880E-E04E402F7D26}"/>
              </a:ext>
            </a:extLst>
          </p:cNvPr>
          <p:cNvSpPr>
            <a:spLocks xmlns:a="http://schemas.openxmlformats.org/drawingml/2006/main" noGrp="1"/>
          </p:cNvSpPr>
          <p:nvPr/>
        </p:nvSpPr>
        <p:spPr>
          <a:xfrm xmlns:a="http://schemas.openxmlformats.org/drawingml/2006/main">
            <a:off x="10496550" y="4933950"/>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高</a:t>
            </a:r>
          </a:p>
        </p:txBody>
      </p:sp>
      <p:sp>
        <p:nvSpPr>
          <p:cNvPr id="62" name="">
            <a:extLst xmlns:a="http://schemas.openxmlformats.org/drawingml/2006/main">
              <a:ext uri="{FF2B5EF4-FFF2-40B4-BE49-F238E27FC236}">
                <a16:creationId xmlns:a16="http://schemas.microsoft.com/office/drawing/2014/main" id="{C5890650-20AF-4549-8459-210B966C6704}"/>
              </a:ext>
            </a:extLst>
          </p:cNvPr>
          <p:cNvSpPr>
            <a:spLocks xmlns:a="http://schemas.openxmlformats.org/drawingml/2006/main" noGrp="1"/>
          </p:cNvSpPr>
          <p:nvPr/>
        </p:nvSpPr>
        <p:spPr>
          <a:xfrm xmlns:a="http://schemas.openxmlformats.org/drawingml/2006/main">
            <a:off x="685800" y="5448300"/>
            <a:ext cx="85725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63" name="">
            <a:extLst xmlns:a="http://schemas.openxmlformats.org/drawingml/2006/main">
              <a:ext uri="{FF2B5EF4-FFF2-40B4-BE49-F238E27FC236}">
                <a16:creationId xmlns:a16="http://schemas.microsoft.com/office/drawing/2014/main" id="{28890137-8159-4F57-B353-1904B4EEF5BD}"/>
              </a:ext>
            </a:extLst>
          </p:cNvPr>
          <p:cNvSpPr>
            <a:spLocks xmlns:a="http://schemas.openxmlformats.org/drawingml/2006/main" noGrp="1"/>
          </p:cNvSpPr>
          <p:nvPr/>
        </p:nvSpPr>
        <p:spPr>
          <a:xfrm xmlns:a="http://schemas.openxmlformats.org/drawingml/2006/main">
            <a:off x="781050" y="5534025"/>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1F6FEB"/>
                </a:solidFill>
              </a:defRPr>
            </a:pPr>
            <a:r>
              <a:rPr sz="1238" b="1">
                <a:solidFill>
                  <a:srgbClr val="1F6FEB"/>
                </a:solidFill>
              </a:rPr>
              <a:t>P7</a:t>
            </a:r>
          </a:p>
        </p:txBody>
      </p:sp>
      <p:sp>
        <p:nvSpPr>
          <p:cNvPr id="64" name="">
            <a:extLst xmlns:a="http://schemas.openxmlformats.org/drawingml/2006/main">
              <a:ext uri="{FF2B5EF4-FFF2-40B4-BE49-F238E27FC236}">
                <a16:creationId xmlns:a16="http://schemas.microsoft.com/office/drawing/2014/main" id="{A7A752DB-CD87-443C-8EC5-9BA13B25FD62}"/>
              </a:ext>
            </a:extLst>
          </p:cNvPr>
          <p:cNvSpPr>
            <a:spLocks xmlns:a="http://schemas.openxmlformats.org/drawingml/2006/main" noGrp="1"/>
          </p:cNvSpPr>
          <p:nvPr/>
        </p:nvSpPr>
        <p:spPr>
          <a:xfrm xmlns:a="http://schemas.openxmlformats.org/drawingml/2006/main">
            <a:off x="1543050" y="5448300"/>
            <a:ext cx="45243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65" name="">
            <a:extLst xmlns:a="http://schemas.openxmlformats.org/drawingml/2006/main">
              <a:ext uri="{FF2B5EF4-FFF2-40B4-BE49-F238E27FC236}">
                <a16:creationId xmlns:a16="http://schemas.microsoft.com/office/drawing/2014/main" id="{DDB94A05-B14A-4F2E-95CE-3831AF19CD11}"/>
              </a:ext>
            </a:extLst>
          </p:cNvPr>
          <p:cNvSpPr>
            <a:spLocks xmlns:a="http://schemas.openxmlformats.org/drawingml/2006/main" noGrp="1"/>
          </p:cNvSpPr>
          <p:nvPr/>
        </p:nvSpPr>
        <p:spPr>
          <a:xfrm xmlns:a="http://schemas.openxmlformats.org/drawingml/2006/main">
            <a:off x="1638300" y="5534025"/>
            <a:ext cx="433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撤权或卸载后，相关绑定和区域同步消失或降级</a:t>
            </a:r>
          </a:p>
        </p:txBody>
      </p:sp>
      <p:sp>
        <p:nvSpPr>
          <p:cNvPr id="66" name="">
            <a:extLst xmlns:a="http://schemas.openxmlformats.org/drawingml/2006/main">
              <a:ext uri="{FF2B5EF4-FFF2-40B4-BE49-F238E27FC236}">
                <a16:creationId xmlns:a16="http://schemas.microsoft.com/office/drawing/2014/main" id="{67A6B2AC-DD1A-4E12-94FA-087034003A26}"/>
              </a:ext>
            </a:extLst>
          </p:cNvPr>
          <p:cNvSpPr>
            <a:spLocks xmlns:a="http://schemas.openxmlformats.org/drawingml/2006/main" noGrp="1"/>
          </p:cNvSpPr>
          <p:nvPr/>
        </p:nvSpPr>
        <p:spPr>
          <a:xfrm xmlns:a="http://schemas.openxmlformats.org/drawingml/2006/main">
            <a:off x="6067425" y="5448300"/>
            <a:ext cx="4333875"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67" name="">
            <a:extLst xmlns:a="http://schemas.openxmlformats.org/drawingml/2006/main">
              <a:ext uri="{FF2B5EF4-FFF2-40B4-BE49-F238E27FC236}">
                <a16:creationId xmlns:a16="http://schemas.microsoft.com/office/drawing/2014/main" id="{18F842E6-CB25-4C8F-A75F-18AF92E21B77}"/>
              </a:ext>
            </a:extLst>
          </p:cNvPr>
          <p:cNvSpPr>
            <a:spLocks xmlns:a="http://schemas.openxmlformats.org/drawingml/2006/main" noGrp="1"/>
          </p:cNvSpPr>
          <p:nvPr/>
        </p:nvSpPr>
        <p:spPr>
          <a:xfrm xmlns:a="http://schemas.openxmlformats.org/drawingml/2006/main">
            <a:off x="6162675" y="55340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0">
                <a:solidFill>
                  <a:srgbClr val="142536"/>
                </a:solidFill>
              </a:defRPr>
            </a:pPr>
            <a:r>
              <a:rPr sz="1088" b="0">
                <a:solidFill>
                  <a:srgbClr val="142536"/>
                </a:solidFill>
              </a:rPr>
              <a:t>改变权限、安装状态或能力开关并观察行为</a:t>
            </a:r>
          </a:p>
        </p:txBody>
      </p:sp>
      <p:sp>
        <p:nvSpPr>
          <p:cNvPr id="68" name="">
            <a:extLst xmlns:a="http://schemas.openxmlformats.org/drawingml/2006/main">
              <a:ext uri="{FF2B5EF4-FFF2-40B4-BE49-F238E27FC236}">
                <a16:creationId xmlns:a16="http://schemas.microsoft.com/office/drawing/2014/main" id="{551EE9B0-F4A5-41A3-8049-DEF0E451497E}"/>
              </a:ext>
            </a:extLst>
          </p:cNvPr>
          <p:cNvSpPr>
            <a:spLocks xmlns:a="http://schemas.openxmlformats.org/drawingml/2006/main" noGrp="1"/>
          </p:cNvSpPr>
          <p:nvPr/>
        </p:nvSpPr>
        <p:spPr>
          <a:xfrm xmlns:a="http://schemas.openxmlformats.org/drawingml/2006/main">
            <a:off x="10401300" y="5448300"/>
            <a:ext cx="11049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EE8"/>
            </a:solidFill>
            <a:prstDash val="solid"/>
          </a:ln>
        </p:spPr>
      </p:sp>
      <p:sp>
        <p:nvSpPr>
          <p:cNvPr id="69" name="">
            <a:extLst xmlns:a="http://schemas.openxmlformats.org/drawingml/2006/main">
              <a:ext uri="{FF2B5EF4-FFF2-40B4-BE49-F238E27FC236}">
                <a16:creationId xmlns:a16="http://schemas.microsoft.com/office/drawing/2014/main" id="{E1A24C46-7EBF-457D-BF26-75A6ADDDE611}"/>
              </a:ext>
            </a:extLst>
          </p:cNvPr>
          <p:cNvSpPr>
            <a:spLocks xmlns:a="http://schemas.openxmlformats.org/drawingml/2006/main" noGrp="1"/>
          </p:cNvSpPr>
          <p:nvPr/>
        </p:nvSpPr>
        <p:spPr>
          <a:xfrm xmlns:a="http://schemas.openxmlformats.org/drawingml/2006/main">
            <a:off x="10496550" y="5534025"/>
            <a:ext cx="91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142536"/>
                </a:solidFill>
              </a:defRPr>
            </a:pPr>
            <a:r>
              <a:rPr sz="1088" b="0">
                <a:solidFill>
                  <a:srgbClr val="142536"/>
                </a:solidFill>
              </a:rPr>
              <a:t>中</a:t>
            </a:r>
          </a:p>
        </p:txBody>
      </p:sp>
      <p:sp>
        <p:nvSpPr>
          <p:cNvPr id="70" name="">
            <a:extLst xmlns:a="http://schemas.openxmlformats.org/drawingml/2006/main">
              <a:ext uri="{FF2B5EF4-FFF2-40B4-BE49-F238E27FC236}">
                <a16:creationId xmlns:a16="http://schemas.microsoft.com/office/drawing/2014/main" id="{7147AD99-81A0-4A8B-A446-C295C835975B}"/>
              </a:ext>
            </a:extLst>
          </p:cNvPr>
          <p:cNvSpPr>
            <a:spLocks xmlns:a="http://schemas.openxmlformats.org/drawingml/2006/main" noGrp="1"/>
          </p:cNvSpPr>
          <p:nvPr/>
        </p:nvSpPr>
        <p:spPr>
          <a:xfrm xmlns:a="http://schemas.openxmlformats.org/drawingml/2006/main">
            <a:off x="685800" y="61722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1F6FEB"/>
                </a:solidFill>
              </a:defRPr>
            </a:pPr>
            <a:r>
              <a:rPr sz="1163" b="1">
                <a:solidFill>
                  <a:srgbClr val="1F6FEB"/>
                </a:solidFill>
              </a:rPr>
              <a:t>取证原则：在合法授权和数据合规前提下，优先形成可复现、可保全的产品黑盒或灰盒证据。</a:t>
            </a:r>
          </a:p>
        </p:txBody>
      </p:sp>
    </p:spTree>
    <p:extLst>
      <p:ext uri="{BB962C8B-B14F-4D97-AF65-F5344CB8AC3E}">
        <p14:creationId xmlns:p14="http://schemas.microsoft.com/office/powerpoint/2010/main" val="1655700777"/>
      </p:ext>
    </p:extLst>
  </p:cSld>
</p:sld>
</file>

<file path=ppt/slides/slide1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B295012-7662-4C94-8627-2EA178B1001C}"/>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五、取证方法</a:t>
            </a:r>
          </a:p>
        </p:txBody>
      </p:sp>
      <p:sp>
        <p:nvSpPr>
          <p:cNvPr id="2" name="title-18">
            <a:extLst xmlns:a="http://schemas.openxmlformats.org/drawingml/2006/main">
              <a:ext uri="{FF2B5EF4-FFF2-40B4-BE49-F238E27FC236}">
                <a16:creationId xmlns:a16="http://schemas.microsoft.com/office/drawing/2014/main" id="{2BCC6B82-F7C6-417B-9464-C43762F4CBD0}"/>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四类取证方案覆盖产物、隐私、校验和降级</a:t>
            </a:r>
          </a:p>
        </p:txBody>
      </p:sp>
      <p:sp>
        <p:nvSpPr>
          <p:cNvPr id="3" name="">
            <a:extLst xmlns:a="http://schemas.openxmlformats.org/drawingml/2006/main">
              <a:ext uri="{FF2B5EF4-FFF2-40B4-BE49-F238E27FC236}">
                <a16:creationId xmlns:a16="http://schemas.microsoft.com/office/drawing/2014/main" id="{6444FFE4-72DE-440D-B8E2-FBA8673BDD1D}"/>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DDDEBA96-1A86-40DE-B95B-EE340C536163}"/>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18</a:t>
            </a:r>
          </a:p>
        </p:txBody>
      </p:sp>
      <p:sp>
        <p:nvSpPr>
          <p:cNvPr id="5" name="">
            <a:extLst xmlns:a="http://schemas.openxmlformats.org/drawingml/2006/main">
              <a:ext uri="{FF2B5EF4-FFF2-40B4-BE49-F238E27FC236}">
                <a16:creationId xmlns:a16="http://schemas.microsoft.com/office/drawing/2014/main" id="{67EC3B9E-8DBF-4F6A-8CA8-EA424AFBB13F}"/>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DE9EFDAD-1AAE-49B7-8ABF-963521160811}"/>
              </a:ext>
            </a:extLst>
          </p:cNvPr>
          <p:cNvSpPr>
            <a:spLocks xmlns:a="http://schemas.openxmlformats.org/drawingml/2006/main" noGrp="1"/>
          </p:cNvSpPr>
          <p:nvPr/>
        </p:nvSpPr>
        <p:spPr>
          <a:xfrm xmlns:a="http://schemas.openxmlformats.org/drawingml/2006/main">
            <a:off x="685800" y="1485900"/>
            <a:ext cx="53149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DEE8"/>
            </a:solidFill>
            <a:prstDash val="solid"/>
          </a:ln>
        </p:spPr>
      </p:sp>
      <p:sp>
        <p:nvSpPr>
          <p:cNvPr id="7" name="">
            <a:extLst xmlns:a="http://schemas.openxmlformats.org/drawingml/2006/main">
              <a:ext uri="{FF2B5EF4-FFF2-40B4-BE49-F238E27FC236}">
                <a16:creationId xmlns:a16="http://schemas.microsoft.com/office/drawing/2014/main" id="{DCE87C7A-AC87-4B8B-B2B7-799E84AE71A4}"/>
              </a:ext>
            </a:extLst>
          </p:cNvPr>
          <p:cNvSpPr>
            <a:spLocks xmlns:a="http://schemas.openxmlformats.org/drawingml/2006/main" noGrp="1"/>
          </p:cNvSpPr>
          <p:nvPr/>
        </p:nvSpPr>
        <p:spPr>
          <a:xfrm xmlns:a="http://schemas.openxmlformats.org/drawingml/2006/main">
            <a:off x="685800" y="1485900"/>
            <a:ext cx="76200" cy="180975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prstDash val="solid"/>
          </a:ln>
        </p:spPr>
      </p:sp>
      <p:sp>
        <p:nvSpPr>
          <p:cNvPr id="8" name="">
            <a:extLst xmlns:a="http://schemas.openxmlformats.org/drawingml/2006/main">
              <a:ext uri="{FF2B5EF4-FFF2-40B4-BE49-F238E27FC236}">
                <a16:creationId xmlns:a16="http://schemas.microsoft.com/office/drawing/2014/main" id="{30F40F95-DD8B-4D62-9D91-B1FA814B4597}"/>
              </a:ext>
            </a:extLst>
          </p:cNvPr>
          <p:cNvSpPr>
            <a:spLocks xmlns:a="http://schemas.openxmlformats.org/drawingml/2006/main" noGrp="1"/>
          </p:cNvSpPr>
          <p:nvPr/>
        </p:nvSpPr>
        <p:spPr>
          <a:xfrm xmlns:a="http://schemas.openxmlformats.org/drawingml/2006/main">
            <a:off x="952500" y="1676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方案 A｜双协议产物</a:t>
            </a:r>
          </a:p>
        </p:txBody>
      </p:sp>
      <p:sp>
        <p:nvSpPr>
          <p:cNvPr id="9" name="">
            <a:extLst xmlns:a="http://schemas.openxmlformats.org/drawingml/2006/main">
              <a:ext uri="{FF2B5EF4-FFF2-40B4-BE49-F238E27FC236}">
                <a16:creationId xmlns:a16="http://schemas.microsoft.com/office/drawing/2014/main" id="{8E825951-B1FC-4B8D-B309-AB6F85CD0CFD}"/>
              </a:ext>
            </a:extLst>
          </p:cNvPr>
          <p:cNvSpPr>
            <a:spLocks xmlns:a="http://schemas.openxmlformats.org/drawingml/2006/main" noGrp="1"/>
          </p:cNvSpPr>
          <p:nvPr/>
        </p:nvSpPr>
        <p:spPr>
          <a:xfrm xmlns:a="http://schemas.openxmlformats.org/drawingml/2006/main">
            <a:off x="971550" y="20955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0" name="">
            <a:extLst xmlns:a="http://schemas.openxmlformats.org/drawingml/2006/main">
              <a:ext uri="{FF2B5EF4-FFF2-40B4-BE49-F238E27FC236}">
                <a16:creationId xmlns:a16="http://schemas.microsoft.com/office/drawing/2014/main" id="{0DC5FB4D-8965-4723-96AA-FA312277E6EA}"/>
              </a:ext>
            </a:extLst>
          </p:cNvPr>
          <p:cNvSpPr>
            <a:spLocks xmlns:a="http://schemas.openxmlformats.org/drawingml/2006/main" noGrp="1"/>
          </p:cNvSpPr>
          <p:nvPr/>
        </p:nvSpPr>
        <p:spPr>
          <a:xfrm xmlns:a="http://schemas.openxmlformats.org/drawingml/2006/main">
            <a:off x="1238250" y="20764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取得界面、DataModel 与 dataBindings</a:t>
            </a:r>
          </a:p>
        </p:txBody>
      </p:sp>
      <p:sp>
        <p:nvSpPr>
          <p:cNvPr id="11" name="">
            <a:extLst xmlns:a="http://schemas.openxmlformats.org/drawingml/2006/main">
              <a:ext uri="{FF2B5EF4-FFF2-40B4-BE49-F238E27FC236}">
                <a16:creationId xmlns:a16="http://schemas.microsoft.com/office/drawing/2014/main" id="{B7075345-C4ED-468E-B507-E09858EF11EB}"/>
              </a:ext>
            </a:extLst>
          </p:cNvPr>
          <p:cNvSpPr>
            <a:spLocks xmlns:a="http://schemas.openxmlformats.org/drawingml/2006/main" noGrp="1"/>
          </p:cNvSpPr>
          <p:nvPr/>
        </p:nvSpPr>
        <p:spPr>
          <a:xfrm xmlns:a="http://schemas.openxmlformats.org/drawingml/2006/main">
            <a:off x="971550" y="2438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2" name="">
            <a:extLst xmlns:a="http://schemas.openxmlformats.org/drawingml/2006/main">
              <a:ext uri="{FF2B5EF4-FFF2-40B4-BE49-F238E27FC236}">
                <a16:creationId xmlns:a16="http://schemas.microsoft.com/office/drawing/2014/main" id="{4460516F-F556-4722-92AE-14A018A3CF79}"/>
              </a:ext>
            </a:extLst>
          </p:cNvPr>
          <p:cNvSpPr>
            <a:spLocks xmlns:a="http://schemas.openxmlformats.org/drawingml/2006/main" noGrp="1"/>
          </p:cNvSpPr>
          <p:nvPr/>
        </p:nvSpPr>
        <p:spPr>
          <a:xfrm xmlns:a="http://schemas.openxmlformats.org/drawingml/2006/main">
            <a:off x="1238250" y="24193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连续触发至少两次刷新</a:t>
            </a:r>
          </a:p>
        </p:txBody>
      </p:sp>
      <p:sp>
        <p:nvSpPr>
          <p:cNvPr id="13" name="">
            <a:extLst xmlns:a="http://schemas.openxmlformats.org/drawingml/2006/main">
              <a:ext uri="{FF2B5EF4-FFF2-40B4-BE49-F238E27FC236}">
                <a16:creationId xmlns:a16="http://schemas.microsoft.com/office/drawing/2014/main" id="{8A93A341-C749-4B2D-9E25-5F5D3D637A52}"/>
              </a:ext>
            </a:extLst>
          </p:cNvPr>
          <p:cNvSpPr>
            <a:spLocks xmlns:a="http://schemas.openxmlformats.org/drawingml/2006/main" noGrp="1"/>
          </p:cNvSpPr>
          <p:nvPr/>
        </p:nvSpPr>
        <p:spPr>
          <a:xfrm xmlns:a="http://schemas.openxmlformats.org/drawingml/2006/main">
            <a:off x="971550" y="27813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F6FEB"/>
                </a:solidFill>
              </a:defRPr>
            </a:pPr>
            <a:r>
              <a:rPr sz="825" b="0">
                <a:solidFill>
                  <a:srgbClr val="1F6FEB"/>
                </a:solidFill>
              </a:rPr>
              <a:t>●</a:t>
            </a:r>
          </a:p>
        </p:txBody>
      </p:sp>
      <p:sp>
        <p:nvSpPr>
          <p:cNvPr id="14" name="">
            <a:extLst xmlns:a="http://schemas.openxmlformats.org/drawingml/2006/main">
              <a:ext uri="{FF2B5EF4-FFF2-40B4-BE49-F238E27FC236}">
                <a16:creationId xmlns:a16="http://schemas.microsoft.com/office/drawing/2014/main" id="{A6076F46-277A-40DD-B3EF-14D17BE3919D}"/>
              </a:ext>
            </a:extLst>
          </p:cNvPr>
          <p:cNvSpPr>
            <a:spLocks xmlns:a="http://schemas.openxmlformats.org/drawingml/2006/main" noGrp="1"/>
          </p:cNvSpPr>
          <p:nvPr/>
        </p:nvSpPr>
        <p:spPr>
          <a:xfrm xmlns:a="http://schemas.openxmlformats.org/drawingml/2006/main">
            <a:off x="1238250" y="27622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建立能力输出—path/value—DataModel—UI 对应表</a:t>
            </a:r>
          </a:p>
        </p:txBody>
      </p:sp>
      <p:sp>
        <p:nvSpPr>
          <p:cNvPr id="15" name="">
            <a:extLst xmlns:a="http://schemas.openxmlformats.org/drawingml/2006/main">
              <a:ext uri="{FF2B5EF4-FFF2-40B4-BE49-F238E27FC236}">
                <a16:creationId xmlns:a16="http://schemas.microsoft.com/office/drawing/2014/main" id="{C0C8705E-4689-4DAC-8895-6011AB1D75C6}"/>
              </a:ext>
            </a:extLst>
          </p:cNvPr>
          <p:cNvSpPr>
            <a:spLocks xmlns:a="http://schemas.openxmlformats.org/drawingml/2006/main" noGrp="1"/>
          </p:cNvSpPr>
          <p:nvPr/>
        </p:nvSpPr>
        <p:spPr>
          <a:xfrm xmlns:a="http://schemas.openxmlformats.org/drawingml/2006/main">
            <a:off x="6191250" y="1485900"/>
            <a:ext cx="53149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DEE8"/>
            </a:solidFill>
            <a:prstDash val="solid"/>
          </a:ln>
        </p:spPr>
      </p:sp>
      <p:sp>
        <p:nvSpPr>
          <p:cNvPr id="16" name="">
            <a:extLst xmlns:a="http://schemas.openxmlformats.org/drawingml/2006/main">
              <a:ext uri="{FF2B5EF4-FFF2-40B4-BE49-F238E27FC236}">
                <a16:creationId xmlns:a16="http://schemas.microsoft.com/office/drawing/2014/main" id="{AD4FFC8D-1A00-4C9E-9256-626829C442ED}"/>
              </a:ext>
            </a:extLst>
          </p:cNvPr>
          <p:cNvSpPr>
            <a:spLocks xmlns:a="http://schemas.openxmlformats.org/drawingml/2006/main" noGrp="1"/>
          </p:cNvSpPr>
          <p:nvPr/>
        </p:nvSpPr>
        <p:spPr>
          <a:xfrm xmlns:a="http://schemas.openxmlformats.org/drawingml/2006/main">
            <a:off x="6191250" y="1485900"/>
            <a:ext cx="76200" cy="1809750"/>
          </a:xfrm>
          <a:prstGeom xmlns:a="http://schemas.openxmlformats.org/drawingml/2006/main" prst="rect">
            <a:avLst/>
          </a:prstGeom>
          <a:solidFill xmlns:a="http://schemas.openxmlformats.org/drawingml/2006/main">
            <a:srgbClr val="159E87"/>
          </a:solidFill>
          <a:ln xmlns:a="http://schemas.openxmlformats.org/drawingml/2006/main" w="0">
            <a:solidFill>
              <a:srgbClr val="159E87"/>
            </a:solidFill>
            <a:prstDash val="solid"/>
          </a:ln>
        </p:spPr>
      </p:sp>
      <p:sp>
        <p:nvSpPr>
          <p:cNvPr id="17" name="">
            <a:extLst xmlns:a="http://schemas.openxmlformats.org/drawingml/2006/main">
              <a:ext uri="{FF2B5EF4-FFF2-40B4-BE49-F238E27FC236}">
                <a16:creationId xmlns:a16="http://schemas.microsoft.com/office/drawing/2014/main" id="{EA18A353-6ED5-4BFC-9257-33EDE90F73DE}"/>
              </a:ext>
            </a:extLst>
          </p:cNvPr>
          <p:cNvSpPr>
            <a:spLocks xmlns:a="http://schemas.openxmlformats.org/drawingml/2006/main" noGrp="1"/>
          </p:cNvSpPr>
          <p:nvPr/>
        </p:nvSpPr>
        <p:spPr>
          <a:xfrm xmlns:a="http://schemas.openxmlformats.org/drawingml/2006/main">
            <a:off x="6457950" y="1676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方案 B｜真实数据不上生成端</a:t>
            </a:r>
          </a:p>
        </p:txBody>
      </p:sp>
      <p:sp>
        <p:nvSpPr>
          <p:cNvPr id="18" name="">
            <a:extLst xmlns:a="http://schemas.openxmlformats.org/drawingml/2006/main">
              <a:ext uri="{FF2B5EF4-FFF2-40B4-BE49-F238E27FC236}">
                <a16:creationId xmlns:a16="http://schemas.microsoft.com/office/drawing/2014/main" id="{451E0E22-1913-424B-982C-18484A311D5B}"/>
              </a:ext>
            </a:extLst>
          </p:cNvPr>
          <p:cNvSpPr>
            <a:spLocks xmlns:a="http://schemas.openxmlformats.org/drawingml/2006/main" noGrp="1"/>
          </p:cNvSpPr>
          <p:nvPr/>
        </p:nvSpPr>
        <p:spPr>
          <a:xfrm xmlns:a="http://schemas.openxmlformats.org/drawingml/2006/main">
            <a:off x="6477000" y="20955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19" name="">
            <a:extLst xmlns:a="http://schemas.openxmlformats.org/drawingml/2006/main">
              <a:ext uri="{FF2B5EF4-FFF2-40B4-BE49-F238E27FC236}">
                <a16:creationId xmlns:a16="http://schemas.microsoft.com/office/drawing/2014/main" id="{41C1AD3F-1010-4DDE-8D46-45DC81FBA5C3}"/>
              </a:ext>
            </a:extLst>
          </p:cNvPr>
          <p:cNvSpPr>
            <a:spLocks xmlns:a="http://schemas.openxmlformats.org/drawingml/2006/main" noGrp="1"/>
          </p:cNvSpPr>
          <p:nvPr/>
        </p:nvSpPr>
        <p:spPr>
          <a:xfrm xmlns:a="http://schemas.openxmlformats.org/drawingml/2006/main">
            <a:off x="6743700" y="20764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记录生成阶段网络请求</a:t>
            </a:r>
          </a:p>
        </p:txBody>
      </p:sp>
      <p:sp>
        <p:nvSpPr>
          <p:cNvPr id="20" name="">
            <a:extLst xmlns:a="http://schemas.openxmlformats.org/drawingml/2006/main">
              <a:ext uri="{FF2B5EF4-FFF2-40B4-BE49-F238E27FC236}">
                <a16:creationId xmlns:a16="http://schemas.microsoft.com/office/drawing/2014/main" id="{FEA90BAF-FB25-40F3-A5D1-6A35F2315094}"/>
              </a:ext>
            </a:extLst>
          </p:cNvPr>
          <p:cNvSpPr>
            <a:spLocks xmlns:a="http://schemas.openxmlformats.org/drawingml/2006/main" noGrp="1"/>
          </p:cNvSpPr>
          <p:nvPr/>
        </p:nvSpPr>
        <p:spPr>
          <a:xfrm xmlns:a="http://schemas.openxmlformats.org/drawingml/2006/main">
            <a:off x="6477000" y="2438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21" name="">
            <a:extLst xmlns:a="http://schemas.openxmlformats.org/drawingml/2006/main">
              <a:ext uri="{FF2B5EF4-FFF2-40B4-BE49-F238E27FC236}">
                <a16:creationId xmlns:a16="http://schemas.microsoft.com/office/drawing/2014/main" id="{708C1C64-51FA-4FE7-8ED1-A24D253E4E4B}"/>
              </a:ext>
            </a:extLst>
          </p:cNvPr>
          <p:cNvSpPr>
            <a:spLocks xmlns:a="http://schemas.openxmlformats.org/drawingml/2006/main" noGrp="1"/>
          </p:cNvSpPr>
          <p:nvPr/>
        </p:nvSpPr>
        <p:spPr>
          <a:xfrm xmlns:a="http://schemas.openxmlformats.org/drawingml/2006/main">
            <a:off x="6743700" y="24193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切断生成服务后改变本地测试数据</a:t>
            </a:r>
          </a:p>
        </p:txBody>
      </p:sp>
      <p:sp>
        <p:nvSpPr>
          <p:cNvPr id="22" name="">
            <a:extLst xmlns:a="http://schemas.openxmlformats.org/drawingml/2006/main">
              <a:ext uri="{FF2B5EF4-FFF2-40B4-BE49-F238E27FC236}">
                <a16:creationId xmlns:a16="http://schemas.microsoft.com/office/drawing/2014/main" id="{DB98A673-5D1B-4030-AD52-4A38E1141412}"/>
              </a:ext>
            </a:extLst>
          </p:cNvPr>
          <p:cNvSpPr>
            <a:spLocks xmlns:a="http://schemas.openxmlformats.org/drawingml/2006/main" noGrp="1"/>
          </p:cNvSpPr>
          <p:nvPr/>
        </p:nvSpPr>
        <p:spPr>
          <a:xfrm xmlns:a="http://schemas.openxmlformats.org/drawingml/2006/main">
            <a:off x="6477000" y="27813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159E87"/>
                </a:solidFill>
              </a:defRPr>
            </a:pPr>
            <a:r>
              <a:rPr sz="825" b="0">
                <a:solidFill>
                  <a:srgbClr val="159E87"/>
                </a:solidFill>
              </a:rPr>
              <a:t>●</a:t>
            </a:r>
          </a:p>
        </p:txBody>
      </p:sp>
      <p:sp>
        <p:nvSpPr>
          <p:cNvPr id="23" name="">
            <a:extLst xmlns:a="http://schemas.openxmlformats.org/drawingml/2006/main">
              <a:ext uri="{FF2B5EF4-FFF2-40B4-BE49-F238E27FC236}">
                <a16:creationId xmlns:a16="http://schemas.microsoft.com/office/drawing/2014/main" id="{3289F69F-2E7C-4A75-8C76-048121B68D17}"/>
              </a:ext>
            </a:extLst>
          </p:cNvPr>
          <p:cNvSpPr>
            <a:spLocks xmlns:a="http://schemas.openxmlformats.org/drawingml/2006/main" noGrp="1"/>
          </p:cNvSpPr>
          <p:nvPr/>
        </p:nvSpPr>
        <p:spPr>
          <a:xfrm xmlns:a="http://schemas.openxmlformats.org/drawingml/2006/main">
            <a:off x="6743700" y="27622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证明真实 value 仅进入端侧消息与 DataModel</a:t>
            </a:r>
          </a:p>
        </p:txBody>
      </p:sp>
      <p:sp>
        <p:nvSpPr>
          <p:cNvPr id="24" name="">
            <a:extLst xmlns:a="http://schemas.openxmlformats.org/drawingml/2006/main">
              <a:ext uri="{FF2B5EF4-FFF2-40B4-BE49-F238E27FC236}">
                <a16:creationId xmlns:a16="http://schemas.microsoft.com/office/drawing/2014/main" id="{5E78E863-89B2-4D33-A821-B6402F8D41EF}"/>
              </a:ext>
            </a:extLst>
          </p:cNvPr>
          <p:cNvSpPr>
            <a:spLocks xmlns:a="http://schemas.openxmlformats.org/drawingml/2006/main" noGrp="1"/>
          </p:cNvSpPr>
          <p:nvPr/>
        </p:nvSpPr>
        <p:spPr>
          <a:xfrm xmlns:a="http://schemas.openxmlformats.org/drawingml/2006/main">
            <a:off x="685800" y="3581400"/>
            <a:ext cx="53149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86F10783-5E0D-48D8-A2D4-3C5229FA99CD}"/>
              </a:ext>
            </a:extLst>
          </p:cNvPr>
          <p:cNvSpPr>
            <a:spLocks xmlns:a="http://schemas.openxmlformats.org/drawingml/2006/main" noGrp="1"/>
          </p:cNvSpPr>
          <p:nvPr/>
        </p:nvSpPr>
        <p:spPr>
          <a:xfrm xmlns:a="http://schemas.openxmlformats.org/drawingml/2006/main">
            <a:off x="685800" y="3581400"/>
            <a:ext cx="76200" cy="1809750"/>
          </a:xfrm>
          <a:prstGeom xmlns:a="http://schemas.openxmlformats.org/drawingml/2006/main" prst="rect">
            <a:avLst/>
          </a:prstGeom>
          <a:solidFill xmlns:a="http://schemas.openxmlformats.org/drawingml/2006/main">
            <a:srgbClr val="E9842B"/>
          </a:solidFill>
          <a:ln xmlns:a="http://schemas.openxmlformats.org/drawingml/2006/main" w="0">
            <a:solidFill>
              <a:srgbClr val="E9842B"/>
            </a:solidFill>
            <a:prstDash val="solid"/>
          </a:ln>
        </p:spPr>
      </p:sp>
      <p:sp>
        <p:nvSpPr>
          <p:cNvPr id="26" name="">
            <a:extLst xmlns:a="http://schemas.openxmlformats.org/drawingml/2006/main">
              <a:ext uri="{FF2B5EF4-FFF2-40B4-BE49-F238E27FC236}">
                <a16:creationId xmlns:a16="http://schemas.microsoft.com/office/drawing/2014/main" id="{568D0719-EBFE-459C-B63B-78949D6A3907}"/>
              </a:ext>
            </a:extLst>
          </p:cNvPr>
          <p:cNvSpPr>
            <a:spLocks xmlns:a="http://schemas.openxmlformats.org/drawingml/2006/main" noGrp="1"/>
          </p:cNvSpPr>
          <p:nvPr/>
        </p:nvSpPr>
        <p:spPr>
          <a:xfrm xmlns:a="http://schemas.openxmlformats.org/drawingml/2006/main">
            <a:off x="952500" y="3771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方案 C｜跨协议校验</a:t>
            </a:r>
          </a:p>
        </p:txBody>
      </p:sp>
      <p:sp>
        <p:nvSpPr>
          <p:cNvPr id="27" name="">
            <a:extLst xmlns:a="http://schemas.openxmlformats.org/drawingml/2006/main">
              <a:ext uri="{FF2B5EF4-FFF2-40B4-BE49-F238E27FC236}">
                <a16:creationId xmlns:a16="http://schemas.microsoft.com/office/drawing/2014/main" id="{8D9B4BF9-CEB1-4D61-93C6-80B1EADCBACD}"/>
              </a:ext>
            </a:extLst>
          </p:cNvPr>
          <p:cNvSpPr>
            <a:spLocks xmlns:a="http://schemas.openxmlformats.org/drawingml/2006/main" noGrp="1"/>
          </p:cNvSpPr>
          <p:nvPr/>
        </p:nvSpPr>
        <p:spPr>
          <a:xfrm xmlns:a="http://schemas.openxmlformats.org/drawingml/2006/main">
            <a:off x="971550" y="41910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28" name="">
            <a:extLst xmlns:a="http://schemas.openxmlformats.org/drawingml/2006/main">
              <a:ext uri="{FF2B5EF4-FFF2-40B4-BE49-F238E27FC236}">
                <a16:creationId xmlns:a16="http://schemas.microsoft.com/office/drawing/2014/main" id="{612C63DD-4F79-461B-B992-B55092E75189}"/>
              </a:ext>
            </a:extLst>
          </p:cNvPr>
          <p:cNvSpPr>
            <a:spLocks xmlns:a="http://schemas.openxmlformats.org/drawingml/2006/main" noGrp="1"/>
          </p:cNvSpPr>
          <p:nvPr/>
        </p:nvSpPr>
        <p:spPr>
          <a:xfrm xmlns:a="http://schemas.openxmlformats.org/drawingml/2006/main">
            <a:off x="1238250" y="41719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构造路径缺失、schema 错误和写入冲突</a:t>
            </a:r>
          </a:p>
        </p:txBody>
      </p:sp>
      <p:sp>
        <p:nvSpPr>
          <p:cNvPr id="29" name="">
            <a:extLst xmlns:a="http://schemas.openxmlformats.org/drawingml/2006/main">
              <a:ext uri="{FF2B5EF4-FFF2-40B4-BE49-F238E27FC236}">
                <a16:creationId xmlns:a16="http://schemas.microsoft.com/office/drawing/2014/main" id="{00814DC7-BF6E-40D9-8E45-6177C66B7990}"/>
              </a:ext>
            </a:extLst>
          </p:cNvPr>
          <p:cNvSpPr>
            <a:spLocks xmlns:a="http://schemas.openxmlformats.org/drawingml/2006/main" noGrp="1"/>
          </p:cNvSpPr>
          <p:nvPr/>
        </p:nvSpPr>
        <p:spPr>
          <a:xfrm xmlns:a="http://schemas.openxmlformats.org/drawingml/2006/main">
            <a:off x="971550" y="45339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30" name="">
            <a:extLst xmlns:a="http://schemas.openxmlformats.org/drawingml/2006/main">
              <a:ext uri="{FF2B5EF4-FFF2-40B4-BE49-F238E27FC236}">
                <a16:creationId xmlns:a16="http://schemas.microsoft.com/office/drawing/2014/main" id="{FF20757E-87EB-45B7-9BDF-00DF12B523D9}"/>
              </a:ext>
            </a:extLst>
          </p:cNvPr>
          <p:cNvSpPr>
            <a:spLocks xmlns:a="http://schemas.openxmlformats.org/drawingml/2006/main" noGrp="1"/>
          </p:cNvSpPr>
          <p:nvPr/>
        </p:nvSpPr>
        <p:spPr>
          <a:xfrm xmlns:a="http://schemas.openxmlformats.org/drawingml/2006/main">
            <a:off x="1238250" y="45148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观察渲染前拒绝与结构化错误</a:t>
            </a:r>
          </a:p>
        </p:txBody>
      </p:sp>
      <p:sp>
        <p:nvSpPr>
          <p:cNvPr id="31" name="">
            <a:extLst xmlns:a="http://schemas.openxmlformats.org/drawingml/2006/main">
              <a:ext uri="{FF2B5EF4-FFF2-40B4-BE49-F238E27FC236}">
                <a16:creationId xmlns:a16="http://schemas.microsoft.com/office/drawing/2014/main" id="{2163D77C-9250-428B-8972-F94734D9F367}"/>
              </a:ext>
            </a:extLst>
          </p:cNvPr>
          <p:cNvSpPr>
            <a:spLocks xmlns:a="http://schemas.openxmlformats.org/drawingml/2006/main" noGrp="1"/>
          </p:cNvSpPr>
          <p:nvPr/>
        </p:nvSpPr>
        <p:spPr>
          <a:xfrm xmlns:a="http://schemas.openxmlformats.org/drawingml/2006/main">
            <a:off x="971550" y="48768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32" name="">
            <a:extLst xmlns:a="http://schemas.openxmlformats.org/drawingml/2006/main">
              <a:ext uri="{FF2B5EF4-FFF2-40B4-BE49-F238E27FC236}">
                <a16:creationId xmlns:a16="http://schemas.microsoft.com/office/drawing/2014/main" id="{F2D4701A-0C73-438F-8E81-4883FA897A8B}"/>
              </a:ext>
            </a:extLst>
          </p:cNvPr>
          <p:cNvSpPr>
            <a:spLocks xmlns:a="http://schemas.openxmlformats.org/drawingml/2006/main" noGrp="1"/>
          </p:cNvSpPr>
          <p:nvPr/>
        </p:nvSpPr>
        <p:spPr>
          <a:xfrm xmlns:a="http://schemas.openxmlformats.org/drawingml/2006/main">
            <a:off x="1238250" y="4857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对比修复前后产物和契约是否保持受控</a:t>
            </a:r>
          </a:p>
        </p:txBody>
      </p:sp>
      <p:sp>
        <p:nvSpPr>
          <p:cNvPr id="33" name="">
            <a:extLst xmlns:a="http://schemas.openxmlformats.org/drawingml/2006/main">
              <a:ext uri="{FF2B5EF4-FFF2-40B4-BE49-F238E27FC236}">
                <a16:creationId xmlns:a16="http://schemas.microsoft.com/office/drawing/2014/main" id="{4D5B3389-69D3-4153-B36B-5BF6DB828331}"/>
              </a:ext>
            </a:extLst>
          </p:cNvPr>
          <p:cNvSpPr>
            <a:spLocks xmlns:a="http://schemas.openxmlformats.org/drawingml/2006/main" noGrp="1"/>
          </p:cNvSpPr>
          <p:nvPr/>
        </p:nvSpPr>
        <p:spPr>
          <a:xfrm xmlns:a="http://schemas.openxmlformats.org/drawingml/2006/main">
            <a:off x="6191250" y="3581400"/>
            <a:ext cx="53149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16CD1322-1E3C-42AF-8049-746CDC4D29FE}"/>
              </a:ext>
            </a:extLst>
          </p:cNvPr>
          <p:cNvSpPr>
            <a:spLocks xmlns:a="http://schemas.openxmlformats.org/drawingml/2006/main" noGrp="1"/>
          </p:cNvSpPr>
          <p:nvPr/>
        </p:nvSpPr>
        <p:spPr>
          <a:xfrm xmlns:a="http://schemas.openxmlformats.org/drawingml/2006/main">
            <a:off x="6191250" y="3581400"/>
            <a:ext cx="76200" cy="1809750"/>
          </a:xfrm>
          <a:prstGeom xmlns:a="http://schemas.openxmlformats.org/drawingml/2006/main" prst="rect">
            <a:avLst/>
          </a:prstGeom>
          <a:solidFill xmlns:a="http://schemas.openxmlformats.org/drawingml/2006/main">
            <a:srgbClr val="C4413B"/>
          </a:solidFill>
          <a:ln xmlns:a="http://schemas.openxmlformats.org/drawingml/2006/main" w="0">
            <a:solidFill>
              <a:srgbClr val="C4413B"/>
            </a:solidFill>
            <a:prstDash val="solid"/>
          </a:ln>
        </p:spPr>
      </p:sp>
      <p:sp>
        <p:nvSpPr>
          <p:cNvPr id="35" name="">
            <a:extLst xmlns:a="http://schemas.openxmlformats.org/drawingml/2006/main">
              <a:ext uri="{FF2B5EF4-FFF2-40B4-BE49-F238E27FC236}">
                <a16:creationId xmlns:a16="http://schemas.microsoft.com/office/drawing/2014/main" id="{EA1413EF-5F63-499F-9C91-A752F65C407B}"/>
              </a:ext>
            </a:extLst>
          </p:cNvPr>
          <p:cNvSpPr>
            <a:spLocks xmlns:a="http://schemas.openxmlformats.org/drawingml/2006/main" noGrp="1"/>
          </p:cNvSpPr>
          <p:nvPr/>
        </p:nvSpPr>
        <p:spPr>
          <a:xfrm xmlns:a="http://schemas.openxmlformats.org/drawingml/2006/main">
            <a:off x="6457950" y="3771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B1F33"/>
                </a:solidFill>
              </a:defRPr>
            </a:pPr>
            <a:r>
              <a:rPr sz="1500" b="1">
                <a:solidFill>
                  <a:srgbClr val="0B1F33"/>
                </a:solidFill>
              </a:rPr>
              <a:t>方案 D｜能力变化与同步降级</a:t>
            </a:r>
          </a:p>
        </p:txBody>
      </p:sp>
      <p:sp>
        <p:nvSpPr>
          <p:cNvPr id="36" name="">
            <a:extLst xmlns:a="http://schemas.openxmlformats.org/drawingml/2006/main">
              <a:ext uri="{FF2B5EF4-FFF2-40B4-BE49-F238E27FC236}">
                <a16:creationId xmlns:a16="http://schemas.microsoft.com/office/drawing/2014/main" id="{BFCAF84B-2680-41EC-85C1-E041B7B23DBC}"/>
              </a:ext>
            </a:extLst>
          </p:cNvPr>
          <p:cNvSpPr>
            <a:spLocks xmlns:a="http://schemas.openxmlformats.org/drawingml/2006/main" noGrp="1"/>
          </p:cNvSpPr>
          <p:nvPr/>
        </p:nvSpPr>
        <p:spPr>
          <a:xfrm xmlns:a="http://schemas.openxmlformats.org/drawingml/2006/main">
            <a:off x="6477000" y="41910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37" name="">
            <a:extLst xmlns:a="http://schemas.openxmlformats.org/drawingml/2006/main">
              <a:ext uri="{FF2B5EF4-FFF2-40B4-BE49-F238E27FC236}">
                <a16:creationId xmlns:a16="http://schemas.microsoft.com/office/drawing/2014/main" id="{105575B1-4758-44E9-8FF5-145C274173DA}"/>
              </a:ext>
            </a:extLst>
          </p:cNvPr>
          <p:cNvSpPr>
            <a:spLocks xmlns:a="http://schemas.openxmlformats.org/drawingml/2006/main" noGrp="1"/>
          </p:cNvSpPr>
          <p:nvPr/>
        </p:nvSpPr>
        <p:spPr>
          <a:xfrm xmlns:a="http://schemas.openxmlformats.org/drawingml/2006/main">
            <a:off x="6743700" y="41719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撤销权限、卸载应用或关闭能力</a:t>
            </a:r>
          </a:p>
        </p:txBody>
      </p:sp>
      <p:sp>
        <p:nvSpPr>
          <p:cNvPr id="38" name="">
            <a:extLst xmlns:a="http://schemas.openxmlformats.org/drawingml/2006/main">
              <a:ext uri="{FF2B5EF4-FFF2-40B4-BE49-F238E27FC236}">
                <a16:creationId xmlns:a16="http://schemas.microsoft.com/office/drawing/2014/main" id="{AEE2C15D-BEE1-4AA6-B5D7-56DA46250515}"/>
              </a:ext>
            </a:extLst>
          </p:cNvPr>
          <p:cNvSpPr>
            <a:spLocks xmlns:a="http://schemas.openxmlformats.org/drawingml/2006/main" noGrp="1"/>
          </p:cNvSpPr>
          <p:nvPr/>
        </p:nvSpPr>
        <p:spPr>
          <a:xfrm xmlns:a="http://schemas.openxmlformats.org/drawingml/2006/main">
            <a:off x="6477000" y="45339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39" name="">
            <a:extLst xmlns:a="http://schemas.openxmlformats.org/drawingml/2006/main">
              <a:ext uri="{FF2B5EF4-FFF2-40B4-BE49-F238E27FC236}">
                <a16:creationId xmlns:a16="http://schemas.microsoft.com/office/drawing/2014/main" id="{00FA7C24-5AA7-48C6-BDAB-596F2D729182}"/>
              </a:ext>
            </a:extLst>
          </p:cNvPr>
          <p:cNvSpPr>
            <a:spLocks xmlns:a="http://schemas.openxmlformats.org/drawingml/2006/main" noGrp="1"/>
          </p:cNvSpPr>
          <p:nvPr/>
        </p:nvSpPr>
        <p:spPr>
          <a:xfrm xmlns:a="http://schemas.openxmlformats.org/drawingml/2006/main">
            <a:off x="6743700" y="45148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触发刷新、重载或多轮编辑</a:t>
            </a:r>
          </a:p>
        </p:txBody>
      </p:sp>
      <p:sp>
        <p:nvSpPr>
          <p:cNvPr id="40" name="">
            <a:extLst xmlns:a="http://schemas.openxmlformats.org/drawingml/2006/main">
              <a:ext uri="{FF2B5EF4-FFF2-40B4-BE49-F238E27FC236}">
                <a16:creationId xmlns:a16="http://schemas.microsoft.com/office/drawing/2014/main" id="{5FC78EDF-98AE-4038-9331-89C657BD80C8}"/>
              </a:ext>
            </a:extLst>
          </p:cNvPr>
          <p:cNvSpPr>
            <a:spLocks xmlns:a="http://schemas.openxmlformats.org/drawingml/2006/main" noGrp="1"/>
          </p:cNvSpPr>
          <p:nvPr/>
        </p:nvSpPr>
        <p:spPr>
          <a:xfrm xmlns:a="http://schemas.openxmlformats.org/drawingml/2006/main">
            <a:off x="6477000" y="48768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C4413B"/>
                </a:solidFill>
              </a:defRPr>
            </a:pPr>
            <a:r>
              <a:rPr sz="825" b="0">
                <a:solidFill>
                  <a:srgbClr val="C4413B"/>
                </a:solidFill>
              </a:rPr>
              <a:t>●</a:t>
            </a:r>
          </a:p>
        </p:txBody>
      </p:sp>
      <p:sp>
        <p:nvSpPr>
          <p:cNvPr id="41" name="">
            <a:extLst xmlns:a="http://schemas.openxmlformats.org/drawingml/2006/main">
              <a:ext uri="{FF2B5EF4-FFF2-40B4-BE49-F238E27FC236}">
                <a16:creationId xmlns:a16="http://schemas.microsoft.com/office/drawing/2014/main" id="{CE54564D-989D-4A29-8939-4565E4667E1E}"/>
              </a:ext>
            </a:extLst>
          </p:cNvPr>
          <p:cNvSpPr>
            <a:spLocks xmlns:a="http://schemas.openxmlformats.org/drawingml/2006/main" noGrp="1"/>
          </p:cNvSpPr>
          <p:nvPr/>
        </p:nvSpPr>
        <p:spPr>
          <a:xfrm xmlns:a="http://schemas.openxmlformats.org/drawingml/2006/main">
            <a:off x="6743700" y="4857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验证失效区域降级且其他区域继续刷新</a:t>
            </a:r>
          </a:p>
        </p:txBody>
      </p:sp>
      <p:sp>
        <p:nvSpPr>
          <p:cNvPr id="42" name="">
            <a:extLst xmlns:a="http://schemas.openxmlformats.org/drawingml/2006/main">
              <a:ext uri="{FF2B5EF4-FFF2-40B4-BE49-F238E27FC236}">
                <a16:creationId xmlns:a16="http://schemas.microsoft.com/office/drawing/2014/main" id="{034BA6FC-DD26-4FA2-AED3-54698474166C}"/>
              </a:ext>
            </a:extLst>
          </p:cNvPr>
          <p:cNvSpPr>
            <a:spLocks xmlns:a="http://schemas.openxmlformats.org/drawingml/2006/main" noGrp="1"/>
          </p:cNvSpPr>
          <p:nvPr/>
        </p:nvSpPr>
        <p:spPr>
          <a:xfrm xmlns:a="http://schemas.openxmlformats.org/drawingml/2006/main">
            <a:off x="685800" y="5638800"/>
            <a:ext cx="10820400" cy="495300"/>
          </a:xfrm>
          <a:prstGeom xmlns:a="http://schemas.openxmlformats.org/drawingml/2006/main" prst="roundRect">
            <a:avLst>
              <a:gd name="adj" fmla="val 23077"/>
            </a:avLst>
          </a:prstGeom>
          <a:solidFill xmlns:a="http://schemas.openxmlformats.org/drawingml/2006/main">
            <a:srgbClr val="0B1F33"/>
          </a:solidFill>
          <a:ln xmlns:a="http://schemas.openxmlformats.org/drawingml/2006/main" w="9525">
            <a:solidFill>
              <a:srgbClr val="0B1F33"/>
            </a:solidFill>
            <a:prstDash val="solid"/>
          </a:ln>
        </p:spPr>
      </p:sp>
      <p:sp>
        <p:nvSpPr>
          <p:cNvPr id="43" name="">
            <a:extLst xmlns:a="http://schemas.openxmlformats.org/drawingml/2006/main">
              <a:ext uri="{FF2B5EF4-FFF2-40B4-BE49-F238E27FC236}">
                <a16:creationId xmlns:a16="http://schemas.microsoft.com/office/drawing/2014/main" id="{4A59C95B-28FB-4862-868E-54486DC356BA}"/>
              </a:ext>
            </a:extLst>
          </p:cNvPr>
          <p:cNvSpPr>
            <a:spLocks xmlns:a="http://schemas.openxmlformats.org/drawingml/2006/main" noGrp="1"/>
          </p:cNvSpPr>
          <p:nvPr/>
        </p:nvSpPr>
        <p:spPr>
          <a:xfrm xmlns:a="http://schemas.openxmlformats.org/drawingml/2006/main">
            <a:off x="895350" y="5781675"/>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defRPr>
            </a:pPr>
            <a:r>
              <a:rPr sz="1200" b="1">
                <a:solidFill>
                  <a:srgbClr val="FFFFFF"/>
                </a:solidFill>
              </a:rPr>
              <a:t>证据保全：记录设备、系统、应用版本、时间与网络环境；原始产物、抓包、日志和录像计算哈希并保留只读副本。</a:t>
            </a:r>
          </a:p>
        </p:txBody>
      </p:sp>
    </p:spTree>
    <p:extLst>
      <p:ext uri="{BB962C8B-B14F-4D97-AF65-F5344CB8AC3E}">
        <p14:creationId xmlns:p14="http://schemas.microsoft.com/office/powerpoint/2010/main" val="1120507834"/>
      </p:ext>
    </p:extLst>
  </p:cSld>
</p:sld>
</file>

<file path=ppt/slides/slide1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4362041-47A7-405A-B334-6ACB3E93CF21}"/>
              </a:ext>
            </a:extLst>
          </p:cNvPr>
          <p:cNvSpPr>
            <a:spLocks xmlns:a="http://schemas.openxmlformats.org/drawingml/2006/main" noGrp="1"/>
          </p:cNvSpPr>
          <p:nvPr/>
        </p:nvSpPr>
        <p:spPr>
          <a:xfrm xmlns:a="http://schemas.openxmlformats.org/drawingml/2006/main">
            <a:off x="685800" y="323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F6FEB"/>
                </a:solidFill>
              </a:defRPr>
            </a:pPr>
            <a:r>
              <a:rPr sz="1050" b="1">
                <a:solidFill>
                  <a:srgbClr val="1F6FEB"/>
                </a:solidFill>
              </a:rPr>
              <a:t>评审建议</a:t>
            </a:r>
          </a:p>
        </p:txBody>
      </p:sp>
      <p:sp>
        <p:nvSpPr>
          <p:cNvPr id="2" name="title-19">
            <a:extLst xmlns:a="http://schemas.openxmlformats.org/drawingml/2006/main">
              <a:ext uri="{FF2B5EF4-FFF2-40B4-BE49-F238E27FC236}">
                <a16:creationId xmlns:a16="http://schemas.microsoft.com/office/drawing/2014/main" id="{FA17C4D1-BD12-4963-A588-F028B2CA3DF9}"/>
              </a:ext>
            </a:extLst>
          </p:cNvPr>
          <p:cNvSpPr>
            <a:spLocks xmlns:a="http://schemas.openxmlformats.org/drawingml/2006/main" noGrp="1"/>
          </p:cNvSpPr>
          <p:nvPr/>
        </p:nvSpPr>
        <p:spPr>
          <a:xfrm xmlns:a="http://schemas.openxmlformats.org/drawingml/2006/main">
            <a:off x="685800" y="6286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1F33"/>
                </a:solidFill>
              </a:defRPr>
            </a:pPr>
            <a:r>
              <a:rPr sz="2850" b="1">
                <a:solidFill>
                  <a:srgbClr val="0B1F33"/>
                </a:solidFill>
              </a:rPr>
              <a:t>建议以 P1—P5 的组合闭环立项，并同步固化证据</a:t>
            </a:r>
          </a:p>
        </p:txBody>
      </p:sp>
      <p:sp>
        <p:nvSpPr>
          <p:cNvPr id="3" name="">
            <a:extLst xmlns:a="http://schemas.openxmlformats.org/drawingml/2006/main">
              <a:ext uri="{FF2B5EF4-FFF2-40B4-BE49-F238E27FC236}">
                <a16:creationId xmlns:a16="http://schemas.microsoft.com/office/drawing/2014/main" id="{F846DBA4-3D5E-4DF6-B902-97A5E92D2FFA}"/>
              </a:ext>
            </a:extLst>
          </p:cNvPr>
          <p:cNvSpPr>
            <a:spLocks xmlns:a="http://schemas.openxmlformats.org/drawingml/2006/main" noGrp="1"/>
          </p:cNvSpPr>
          <p:nvPr/>
        </p:nvSpPr>
        <p:spPr>
          <a:xfrm xmlns:a="http://schemas.openxmlformats.org/drawingml/2006/main">
            <a:off x="685800" y="1200150"/>
            <a:ext cx="10820400" cy="1905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prstDash val="solid"/>
          </a:ln>
        </p:spPr>
      </p:sp>
      <p:sp>
        <p:nvSpPr>
          <p:cNvPr id="4" name="">
            <a:extLst xmlns:a="http://schemas.openxmlformats.org/drawingml/2006/main">
              <a:ext uri="{FF2B5EF4-FFF2-40B4-BE49-F238E27FC236}">
                <a16:creationId xmlns:a16="http://schemas.microsoft.com/office/drawing/2014/main" id="{098BA56E-714F-418F-9104-D6A631AE5CEA}"/>
              </a:ext>
            </a:extLst>
          </p:cNvPr>
          <p:cNvSpPr>
            <a:spLocks xmlns:a="http://schemas.openxmlformats.org/drawingml/2006/main" noGrp="1"/>
          </p:cNvSpPr>
          <p:nvPr/>
        </p:nvSpPr>
        <p:spPr>
          <a:xfrm xmlns:a="http://schemas.openxmlformats.org/drawingml/2006/main">
            <a:off x="11001375" y="6496050"/>
            <a:ext cx="504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190A0"/>
                </a:solidFill>
              </a:defRPr>
            </a:pPr>
            <a:r>
              <a:rPr sz="900" b="0">
                <a:solidFill>
                  <a:srgbClr val="8190A0"/>
                </a:solidFill>
              </a:rPr>
              <a:t>19</a:t>
            </a:r>
          </a:p>
        </p:txBody>
      </p:sp>
      <p:sp>
        <p:nvSpPr>
          <p:cNvPr id="5" name="">
            <a:extLst xmlns:a="http://schemas.openxmlformats.org/drawingml/2006/main">
              <a:ext uri="{FF2B5EF4-FFF2-40B4-BE49-F238E27FC236}">
                <a16:creationId xmlns:a16="http://schemas.microsoft.com/office/drawing/2014/main" id="{02CD7B57-687C-4F9D-A5E6-EF6410D2CD2A}"/>
              </a:ext>
            </a:extLst>
          </p:cNvPr>
          <p:cNvSpPr>
            <a:spLocks xmlns:a="http://schemas.openxmlformats.org/drawingml/2006/main" noGrp="1"/>
          </p:cNvSpPr>
          <p:nvPr/>
        </p:nvSpPr>
        <p:spPr>
          <a:xfrm xmlns:a="http://schemas.openxmlformats.org/drawingml/2006/main">
            <a:off x="685800" y="64960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8190A0"/>
                </a:solidFill>
              </a:defRPr>
            </a:pPr>
            <a:r>
              <a:rPr sz="900" b="0">
                <a:solidFill>
                  <a:srgbClr val="8190A0"/>
                </a:solidFill>
              </a:rPr>
              <a:t>公司内部｜专利立项评审</a:t>
            </a:r>
          </a:p>
        </p:txBody>
      </p:sp>
      <p:sp>
        <p:nvSpPr>
          <p:cNvPr id="6" name="">
            <a:extLst xmlns:a="http://schemas.openxmlformats.org/drawingml/2006/main">
              <a:ext uri="{FF2B5EF4-FFF2-40B4-BE49-F238E27FC236}">
                <a16:creationId xmlns:a16="http://schemas.microsoft.com/office/drawing/2014/main" id="{79A7EA10-98BD-4AD8-9085-FFBE6708753E}"/>
              </a:ext>
            </a:extLst>
          </p:cNvPr>
          <p:cNvSpPr>
            <a:spLocks xmlns:a="http://schemas.openxmlformats.org/drawingml/2006/main" noGrp="1"/>
          </p:cNvSpPr>
          <p:nvPr/>
        </p:nvSpPr>
        <p:spPr>
          <a:xfrm xmlns:a="http://schemas.openxmlformats.org/drawingml/2006/main">
            <a:off x="685800" y="1485900"/>
            <a:ext cx="5143500" cy="1790700"/>
          </a:xfrm>
          <a:prstGeom xmlns:a="http://schemas.openxmlformats.org/drawingml/2006/main" prst="roundRect">
            <a:avLst>
              <a:gd name="adj" fmla="val 6383"/>
            </a:avLst>
          </a:prstGeom>
          <a:solidFill xmlns:a="http://schemas.openxmlformats.org/drawingml/2006/main">
            <a:srgbClr val="0B1F33"/>
          </a:solidFill>
          <a:ln xmlns:a="http://schemas.openxmlformats.org/drawingml/2006/main" w="9525">
            <a:solidFill>
              <a:srgbClr val="0B1F33"/>
            </a:solidFill>
            <a:prstDash val="solid"/>
          </a:ln>
        </p:spPr>
      </p:sp>
      <p:sp>
        <p:nvSpPr>
          <p:cNvPr id="7" name="">
            <a:extLst xmlns:a="http://schemas.openxmlformats.org/drawingml/2006/main">
              <a:ext uri="{FF2B5EF4-FFF2-40B4-BE49-F238E27FC236}">
                <a16:creationId xmlns:a16="http://schemas.microsoft.com/office/drawing/2014/main" id="{C881A353-D042-46C6-84D8-D784D2C3F99B}"/>
              </a:ext>
            </a:extLst>
          </p:cNvPr>
          <p:cNvSpPr>
            <a:spLocks xmlns:a="http://schemas.openxmlformats.org/drawingml/2006/main" noGrp="1"/>
          </p:cNvSpPr>
          <p:nvPr/>
        </p:nvSpPr>
        <p:spPr>
          <a:xfrm xmlns:a="http://schemas.openxmlformats.org/drawingml/2006/main">
            <a:off x="971550" y="17145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defRPr>
            </a:pPr>
            <a:r>
              <a:rPr sz="1800" b="1">
                <a:solidFill>
                  <a:srgbClr val="FFFFFF"/>
                </a:solidFill>
              </a:rPr>
              <a:t>建议立项结论</a:t>
            </a:r>
          </a:p>
        </p:txBody>
      </p:sp>
      <p:sp>
        <p:nvSpPr>
          <p:cNvPr id="8" name="">
            <a:extLst xmlns:a="http://schemas.openxmlformats.org/drawingml/2006/main">
              <a:ext uri="{FF2B5EF4-FFF2-40B4-BE49-F238E27FC236}">
                <a16:creationId xmlns:a16="http://schemas.microsoft.com/office/drawing/2014/main" id="{C9B1C98B-F4FB-472C-A37E-A3F62BB8EB78}"/>
              </a:ext>
            </a:extLst>
          </p:cNvPr>
          <p:cNvSpPr>
            <a:spLocks xmlns:a="http://schemas.openxmlformats.org/drawingml/2006/main" noGrp="1"/>
          </p:cNvSpPr>
          <p:nvPr/>
        </p:nvSpPr>
        <p:spPr>
          <a:xfrm xmlns:a="http://schemas.openxmlformats.org/drawingml/2006/main">
            <a:off x="971550" y="2171700"/>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7E5F3"/>
                </a:solidFill>
              </a:defRPr>
            </a:pPr>
            <a:r>
              <a:rPr sz="1575" b="1">
                <a:solidFill>
                  <a:srgbClr val="D7E5F3"/>
                </a:solidFill>
              </a:rPr>
              <a:t>以“数据执行契约驱动协议原生 DataModel 更新消息构造与端侧隐私刷新闭环”为主专利</a:t>
            </a:r>
          </a:p>
        </p:txBody>
      </p:sp>
      <p:sp>
        <p:nvSpPr>
          <p:cNvPr id="9" name="">
            <a:extLst xmlns:a="http://schemas.openxmlformats.org/drawingml/2006/main">
              <a:ext uri="{FF2B5EF4-FFF2-40B4-BE49-F238E27FC236}">
                <a16:creationId xmlns:a16="http://schemas.microsoft.com/office/drawing/2014/main" id="{189B6771-E55F-4482-9DBA-1EECBBBC3EF3}"/>
              </a:ext>
            </a:extLst>
          </p:cNvPr>
          <p:cNvSpPr>
            <a:spLocks xmlns:a="http://schemas.openxmlformats.org/drawingml/2006/main" noGrp="1"/>
          </p:cNvSpPr>
          <p:nvPr/>
        </p:nvSpPr>
        <p:spPr>
          <a:xfrm xmlns:a="http://schemas.openxmlformats.org/drawingml/2006/main">
            <a:off x="6172200" y="1485900"/>
            <a:ext cx="5334000" cy="1790700"/>
          </a:xfrm>
          <a:prstGeom xmlns:a="http://schemas.openxmlformats.org/drawingml/2006/main" prst="roundRect">
            <a:avLst>
              <a:gd name="adj" fmla="val 6383"/>
            </a:avLst>
          </a:prstGeom>
          <a:solidFill xmlns:a="http://schemas.openxmlformats.org/drawingml/2006/main">
            <a:srgbClr val="FFF0E3"/>
          </a:solidFill>
          <a:ln xmlns:a="http://schemas.openxmlformats.org/drawingml/2006/main" w="9525">
            <a:solidFill>
              <a:srgbClr val="F6C79C"/>
            </a:solidFill>
            <a:prstDash val="solid"/>
          </a:ln>
        </p:spPr>
      </p:sp>
      <p:sp>
        <p:nvSpPr>
          <p:cNvPr id="10" name="">
            <a:extLst xmlns:a="http://schemas.openxmlformats.org/drawingml/2006/main">
              <a:ext uri="{FF2B5EF4-FFF2-40B4-BE49-F238E27FC236}">
                <a16:creationId xmlns:a16="http://schemas.microsoft.com/office/drawing/2014/main" id="{2063E9B0-FE76-43A5-91A5-3F9C9D2156DB}"/>
              </a:ext>
            </a:extLst>
          </p:cNvPr>
          <p:cNvSpPr>
            <a:spLocks xmlns:a="http://schemas.openxmlformats.org/drawingml/2006/main" noGrp="1"/>
          </p:cNvSpPr>
          <p:nvPr/>
        </p:nvSpPr>
        <p:spPr>
          <a:xfrm xmlns:a="http://schemas.openxmlformats.org/drawingml/2006/main">
            <a:off x="645795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E9842B"/>
                </a:solidFill>
              </a:defRPr>
            </a:pPr>
            <a:r>
              <a:rPr sz="1800" b="1">
                <a:solidFill>
                  <a:srgbClr val="E9842B"/>
                </a:solidFill>
              </a:rPr>
              <a:t>评审需形成的决策</a:t>
            </a:r>
          </a:p>
        </p:txBody>
      </p:sp>
      <p:sp>
        <p:nvSpPr>
          <p:cNvPr id="11" name="">
            <a:extLst xmlns:a="http://schemas.openxmlformats.org/drawingml/2006/main">
              <a:ext uri="{FF2B5EF4-FFF2-40B4-BE49-F238E27FC236}">
                <a16:creationId xmlns:a16="http://schemas.microsoft.com/office/drawing/2014/main" id="{64E278C4-EF48-45E6-8CBF-DE4FD604E2A4}"/>
              </a:ext>
            </a:extLst>
          </p:cNvPr>
          <p:cNvSpPr>
            <a:spLocks xmlns:a="http://schemas.openxmlformats.org/drawingml/2006/main" noGrp="1"/>
          </p:cNvSpPr>
          <p:nvPr/>
        </p:nvSpPr>
        <p:spPr>
          <a:xfrm xmlns:a="http://schemas.openxmlformats.org/drawingml/2006/main">
            <a:off x="6457950" y="21907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12" name="">
            <a:extLst xmlns:a="http://schemas.openxmlformats.org/drawingml/2006/main">
              <a:ext uri="{FF2B5EF4-FFF2-40B4-BE49-F238E27FC236}">
                <a16:creationId xmlns:a16="http://schemas.microsoft.com/office/drawing/2014/main" id="{4DCD3CD9-40FE-45DF-ACE7-BEA998FF9358}"/>
              </a:ext>
            </a:extLst>
          </p:cNvPr>
          <p:cNvSpPr>
            <a:spLocks xmlns:a="http://schemas.openxmlformats.org/drawingml/2006/main" noGrp="1"/>
          </p:cNvSpPr>
          <p:nvPr/>
        </p:nvSpPr>
        <p:spPr>
          <a:xfrm xmlns:a="http://schemas.openxmlformats.org/drawingml/2006/main">
            <a:off x="6724650" y="21717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是否按 P1—P5 组合立项</a:t>
            </a:r>
          </a:p>
        </p:txBody>
      </p:sp>
      <p:sp>
        <p:nvSpPr>
          <p:cNvPr id="13" name="">
            <a:extLst xmlns:a="http://schemas.openxmlformats.org/drawingml/2006/main">
              <a:ext uri="{FF2B5EF4-FFF2-40B4-BE49-F238E27FC236}">
                <a16:creationId xmlns:a16="http://schemas.microsoft.com/office/drawing/2014/main" id="{5EF22E71-21E7-4382-9686-C73C51F06F7E}"/>
              </a:ext>
            </a:extLst>
          </p:cNvPr>
          <p:cNvSpPr>
            <a:spLocks xmlns:a="http://schemas.openxmlformats.org/drawingml/2006/main" noGrp="1"/>
          </p:cNvSpPr>
          <p:nvPr/>
        </p:nvSpPr>
        <p:spPr>
          <a:xfrm xmlns:a="http://schemas.openxmlformats.org/drawingml/2006/main">
            <a:off x="6457950" y="25717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14" name="">
            <a:extLst xmlns:a="http://schemas.openxmlformats.org/drawingml/2006/main">
              <a:ext uri="{FF2B5EF4-FFF2-40B4-BE49-F238E27FC236}">
                <a16:creationId xmlns:a16="http://schemas.microsoft.com/office/drawing/2014/main" id="{F3E9D1CD-4162-4017-A562-3D01D49FE270}"/>
              </a:ext>
            </a:extLst>
          </p:cNvPr>
          <p:cNvSpPr>
            <a:spLocks xmlns:a="http://schemas.openxmlformats.org/drawingml/2006/main" noGrp="1"/>
          </p:cNvSpPr>
          <p:nvPr/>
        </p:nvSpPr>
        <p:spPr>
          <a:xfrm xmlns:a="http://schemas.openxmlformats.org/drawingml/2006/main">
            <a:off x="6724650" y="25527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是否同步布局校验、隐私投影与多轮编辑分案</a:t>
            </a:r>
          </a:p>
        </p:txBody>
      </p:sp>
      <p:sp>
        <p:nvSpPr>
          <p:cNvPr id="15" name="">
            <a:extLst xmlns:a="http://schemas.openxmlformats.org/drawingml/2006/main">
              <a:ext uri="{FF2B5EF4-FFF2-40B4-BE49-F238E27FC236}">
                <a16:creationId xmlns:a16="http://schemas.microsoft.com/office/drawing/2014/main" id="{F31C7331-AE66-4244-A9FF-AB1A34DAD027}"/>
              </a:ext>
            </a:extLst>
          </p:cNvPr>
          <p:cNvSpPr>
            <a:spLocks xmlns:a="http://schemas.openxmlformats.org/drawingml/2006/main" noGrp="1"/>
          </p:cNvSpPr>
          <p:nvPr/>
        </p:nvSpPr>
        <p:spPr>
          <a:xfrm xmlns:a="http://schemas.openxmlformats.org/drawingml/2006/main">
            <a:off x="6457950" y="295275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E9842B"/>
                </a:solidFill>
              </a:defRPr>
            </a:pPr>
            <a:r>
              <a:rPr sz="825" b="0">
                <a:solidFill>
                  <a:srgbClr val="E9842B"/>
                </a:solidFill>
              </a:rPr>
              <a:t>●</a:t>
            </a:r>
          </a:p>
        </p:txBody>
      </p:sp>
      <p:sp>
        <p:nvSpPr>
          <p:cNvPr id="16" name="">
            <a:extLst xmlns:a="http://schemas.openxmlformats.org/drawingml/2006/main">
              <a:ext uri="{FF2B5EF4-FFF2-40B4-BE49-F238E27FC236}">
                <a16:creationId xmlns:a16="http://schemas.microsoft.com/office/drawing/2014/main" id="{D4C39988-E10A-4953-A147-1F45C3898A1F}"/>
              </a:ext>
            </a:extLst>
          </p:cNvPr>
          <p:cNvSpPr>
            <a:spLocks xmlns:a="http://schemas.openxmlformats.org/drawingml/2006/main" noGrp="1"/>
          </p:cNvSpPr>
          <p:nvPr/>
        </p:nvSpPr>
        <p:spPr>
          <a:xfrm xmlns:a="http://schemas.openxmlformats.org/drawingml/2006/main">
            <a:off x="6724650" y="29337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142536"/>
                </a:solidFill>
              </a:defRPr>
            </a:pPr>
            <a:r>
              <a:rPr sz="1238" b="0">
                <a:solidFill>
                  <a:srgbClr val="142536"/>
                </a:solidFill>
              </a:rPr>
              <a:t>由谁负责补齐原型数据与证据链</a:t>
            </a:r>
          </a:p>
        </p:txBody>
      </p:sp>
      <p:sp>
        <p:nvSpPr>
          <p:cNvPr id="17" name="">
            <a:extLst xmlns:a="http://schemas.openxmlformats.org/drawingml/2006/main">
              <a:ext uri="{FF2B5EF4-FFF2-40B4-BE49-F238E27FC236}">
                <a16:creationId xmlns:a16="http://schemas.microsoft.com/office/drawing/2014/main" id="{C2FA0480-381B-497C-A5DB-EEC3A92F0FCA}"/>
              </a:ext>
            </a:extLst>
          </p:cNvPr>
          <p:cNvSpPr>
            <a:spLocks xmlns:a="http://schemas.openxmlformats.org/drawingml/2006/main" noGrp="1"/>
          </p:cNvSpPr>
          <p:nvPr/>
        </p:nvSpPr>
        <p:spPr>
          <a:xfrm xmlns:a="http://schemas.openxmlformats.org/drawingml/2006/main">
            <a:off x="685800" y="36576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B1F33"/>
                </a:solidFill>
              </a:defRPr>
            </a:pPr>
            <a:r>
              <a:rPr sz="1725" b="1">
                <a:solidFill>
                  <a:srgbClr val="0B1F33"/>
                </a:solidFill>
              </a:rPr>
              <a:t>建议同步准备的七类材料</a:t>
            </a:r>
          </a:p>
        </p:txBody>
      </p:sp>
      <p:sp>
        <p:nvSpPr>
          <p:cNvPr id="18" name="">
            <a:extLst xmlns:a="http://schemas.openxmlformats.org/drawingml/2006/main">
              <a:ext uri="{FF2B5EF4-FFF2-40B4-BE49-F238E27FC236}">
                <a16:creationId xmlns:a16="http://schemas.microsoft.com/office/drawing/2014/main" id="{BE2F0ED3-253A-4072-95E1-293F19B069C5}"/>
              </a:ext>
            </a:extLst>
          </p:cNvPr>
          <p:cNvSpPr>
            <a:spLocks xmlns:a="http://schemas.openxmlformats.org/drawingml/2006/main" noGrp="1"/>
          </p:cNvSpPr>
          <p:nvPr/>
        </p:nvSpPr>
        <p:spPr>
          <a:xfrm xmlns:a="http://schemas.openxmlformats.org/drawingml/2006/main">
            <a:off x="685800" y="4114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F6FEB"/>
                </a:solidFill>
              </a:defRPr>
            </a:pPr>
            <a:r>
              <a:rPr sz="1088" b="1">
                <a:solidFill>
                  <a:srgbClr val="1F6FEB"/>
                </a:solidFill>
              </a:rPr>
              <a:t>01</a:t>
            </a:r>
          </a:p>
        </p:txBody>
      </p:sp>
      <p:sp>
        <p:nvSpPr>
          <p:cNvPr id="19" name="">
            <a:extLst xmlns:a="http://schemas.openxmlformats.org/drawingml/2006/main">
              <a:ext uri="{FF2B5EF4-FFF2-40B4-BE49-F238E27FC236}">
                <a16:creationId xmlns:a16="http://schemas.microsoft.com/office/drawing/2014/main" id="{27220AAC-80C6-4151-8BAE-C102C40D9E05}"/>
              </a:ext>
            </a:extLst>
          </p:cNvPr>
          <p:cNvSpPr>
            <a:spLocks xmlns:a="http://schemas.openxmlformats.org/drawingml/2006/main" noGrp="1"/>
          </p:cNvSpPr>
          <p:nvPr/>
        </p:nvSpPr>
        <p:spPr>
          <a:xfrm xmlns:a="http://schemas.openxmlformats.org/drawingml/2006/main">
            <a:off x="1085850" y="4095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A2UI、初始化 DataModel、CardSpec 与运行期 updateDataModel 脱敏样例</a:t>
            </a:r>
          </a:p>
        </p:txBody>
      </p:sp>
      <p:sp>
        <p:nvSpPr>
          <p:cNvPr id="20" name="">
            <a:extLst xmlns:a="http://schemas.openxmlformats.org/drawingml/2006/main">
              <a:ext uri="{FF2B5EF4-FFF2-40B4-BE49-F238E27FC236}">
                <a16:creationId xmlns:a16="http://schemas.microsoft.com/office/drawing/2014/main" id="{066A7682-B154-4549-90C8-50FD5D0C215F}"/>
              </a:ext>
            </a:extLst>
          </p:cNvPr>
          <p:cNvSpPr>
            <a:spLocks xmlns:a="http://schemas.openxmlformats.org/drawingml/2006/main" noGrp="1"/>
          </p:cNvSpPr>
          <p:nvPr/>
        </p:nvSpPr>
        <p:spPr>
          <a:xfrm xmlns:a="http://schemas.openxmlformats.org/drawingml/2006/main">
            <a:off x="685800" y="45910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F6FEB"/>
                </a:solidFill>
              </a:defRPr>
            </a:pPr>
            <a:r>
              <a:rPr sz="1088" b="1">
                <a:solidFill>
                  <a:srgbClr val="1F6FEB"/>
                </a:solidFill>
              </a:rPr>
              <a:t>02</a:t>
            </a:r>
          </a:p>
        </p:txBody>
      </p:sp>
      <p:sp>
        <p:nvSpPr>
          <p:cNvPr id="21" name="">
            <a:extLst xmlns:a="http://schemas.openxmlformats.org/drawingml/2006/main">
              <a:ext uri="{FF2B5EF4-FFF2-40B4-BE49-F238E27FC236}">
                <a16:creationId xmlns:a16="http://schemas.microsoft.com/office/drawing/2014/main" id="{CDBDAC60-81BF-45B7-8D8E-8D1A3EC1B39B}"/>
              </a:ext>
            </a:extLst>
          </p:cNvPr>
          <p:cNvSpPr>
            <a:spLocks xmlns:a="http://schemas.openxmlformats.org/drawingml/2006/main" noGrp="1"/>
          </p:cNvSpPr>
          <p:nvPr/>
        </p:nvSpPr>
        <p:spPr>
          <a:xfrm xmlns:a="http://schemas.openxmlformats.org/drawingml/2006/main">
            <a:off x="1085850" y="4572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最小字段投影示例与允许/禁止路径清单</a:t>
            </a:r>
          </a:p>
        </p:txBody>
      </p:sp>
      <p:sp>
        <p:nvSpPr>
          <p:cNvPr id="22" name="">
            <a:extLst xmlns:a="http://schemas.openxmlformats.org/drawingml/2006/main">
              <a:ext uri="{FF2B5EF4-FFF2-40B4-BE49-F238E27FC236}">
                <a16:creationId xmlns:a16="http://schemas.microsoft.com/office/drawing/2014/main" id="{327D508B-BC06-4E03-892B-24C8F296B62D}"/>
              </a:ext>
            </a:extLst>
          </p:cNvPr>
          <p:cNvSpPr>
            <a:spLocks xmlns:a="http://schemas.openxmlformats.org/drawingml/2006/main" noGrp="1"/>
          </p:cNvSpPr>
          <p:nvPr/>
        </p:nvSpPr>
        <p:spPr>
          <a:xfrm xmlns:a="http://schemas.openxmlformats.org/drawingml/2006/main">
            <a:off x="685800" y="50673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F6FEB"/>
                </a:solidFill>
              </a:defRPr>
            </a:pPr>
            <a:r>
              <a:rPr sz="1088" b="1">
                <a:solidFill>
                  <a:srgbClr val="1F6FEB"/>
                </a:solidFill>
              </a:rPr>
              <a:t>03</a:t>
            </a:r>
          </a:p>
        </p:txBody>
      </p:sp>
      <p:sp>
        <p:nvSpPr>
          <p:cNvPr id="23" name="">
            <a:extLst xmlns:a="http://schemas.openxmlformats.org/drawingml/2006/main">
              <a:ext uri="{FF2B5EF4-FFF2-40B4-BE49-F238E27FC236}">
                <a16:creationId xmlns:a16="http://schemas.microsoft.com/office/drawing/2014/main" id="{9D1D09E7-EE84-4A96-8D58-7644B71BE899}"/>
              </a:ext>
            </a:extLst>
          </p:cNvPr>
          <p:cNvSpPr>
            <a:spLocks xmlns:a="http://schemas.openxmlformats.org/drawingml/2006/main" noGrp="1"/>
          </p:cNvSpPr>
          <p:nvPr/>
        </p:nvSpPr>
        <p:spPr>
          <a:xfrm xmlns:a="http://schemas.openxmlformats.org/drawingml/2006/main">
            <a:off x="1085850" y="50482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跨协议依赖图及至少四类错误样例</a:t>
            </a:r>
          </a:p>
        </p:txBody>
      </p:sp>
      <p:sp>
        <p:nvSpPr>
          <p:cNvPr id="24" name="">
            <a:extLst xmlns:a="http://schemas.openxmlformats.org/drawingml/2006/main">
              <a:ext uri="{FF2B5EF4-FFF2-40B4-BE49-F238E27FC236}">
                <a16:creationId xmlns:a16="http://schemas.microsoft.com/office/drawing/2014/main" id="{8E1C1460-D3DB-43B9-856F-DFEDB66B41B2}"/>
              </a:ext>
            </a:extLst>
          </p:cNvPr>
          <p:cNvSpPr>
            <a:spLocks xmlns:a="http://schemas.openxmlformats.org/drawingml/2006/main" noGrp="1"/>
          </p:cNvSpPr>
          <p:nvPr/>
        </p:nvSpPr>
        <p:spPr>
          <a:xfrm xmlns:a="http://schemas.openxmlformats.org/drawingml/2006/main">
            <a:off x="685800" y="5543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F6FEB"/>
                </a:solidFill>
              </a:defRPr>
            </a:pPr>
            <a:r>
              <a:rPr sz="1088" b="1">
                <a:solidFill>
                  <a:srgbClr val="1F6FEB"/>
                </a:solidFill>
              </a:rPr>
              <a:t>04</a:t>
            </a:r>
          </a:p>
        </p:txBody>
      </p:sp>
      <p:sp>
        <p:nvSpPr>
          <p:cNvPr id="25" name="">
            <a:extLst xmlns:a="http://schemas.openxmlformats.org/drawingml/2006/main">
              <a:ext uri="{FF2B5EF4-FFF2-40B4-BE49-F238E27FC236}">
                <a16:creationId xmlns:a16="http://schemas.microsoft.com/office/drawing/2014/main" id="{FDAF0186-8E45-4AB3-BC45-DBB9935FAF2D}"/>
              </a:ext>
            </a:extLst>
          </p:cNvPr>
          <p:cNvSpPr>
            <a:spLocks xmlns:a="http://schemas.openxmlformats.org/drawingml/2006/main" noGrp="1"/>
          </p:cNvSpPr>
          <p:nvPr/>
        </p:nvSpPr>
        <p:spPr>
          <a:xfrm xmlns:a="http://schemas.openxmlformats.org/drawingml/2006/main">
            <a:off x="1085850" y="5524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一次生成、多次端侧刷新的完整时序日志</a:t>
            </a:r>
          </a:p>
        </p:txBody>
      </p:sp>
      <p:sp>
        <p:nvSpPr>
          <p:cNvPr id="26" name="">
            <a:extLst xmlns:a="http://schemas.openxmlformats.org/drawingml/2006/main">
              <a:ext uri="{FF2B5EF4-FFF2-40B4-BE49-F238E27FC236}">
                <a16:creationId xmlns:a16="http://schemas.microsoft.com/office/drawing/2014/main" id="{085ECBBE-D3D3-44CE-BA51-7C3DAF66A6EA}"/>
              </a:ext>
            </a:extLst>
          </p:cNvPr>
          <p:cNvSpPr>
            <a:spLocks xmlns:a="http://schemas.openxmlformats.org/drawingml/2006/main" noGrp="1"/>
          </p:cNvSpPr>
          <p:nvPr/>
        </p:nvSpPr>
        <p:spPr>
          <a:xfrm xmlns:a="http://schemas.openxmlformats.org/drawingml/2006/main">
            <a:off x="6096000" y="4114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59E87"/>
                </a:solidFill>
              </a:defRPr>
            </a:pPr>
            <a:r>
              <a:rPr sz="1088" b="1">
                <a:solidFill>
                  <a:srgbClr val="159E87"/>
                </a:solidFill>
              </a:rPr>
              <a:t>05</a:t>
            </a:r>
          </a:p>
        </p:txBody>
      </p:sp>
      <p:sp>
        <p:nvSpPr>
          <p:cNvPr id="27" name="">
            <a:extLst xmlns:a="http://schemas.openxmlformats.org/drawingml/2006/main">
              <a:ext uri="{FF2B5EF4-FFF2-40B4-BE49-F238E27FC236}">
                <a16:creationId xmlns:a16="http://schemas.microsoft.com/office/drawing/2014/main" id="{177A9CD6-8282-43AF-AF9B-D9523E8E91DB}"/>
              </a:ext>
            </a:extLst>
          </p:cNvPr>
          <p:cNvSpPr>
            <a:spLocks xmlns:a="http://schemas.openxmlformats.org/drawingml/2006/main" noGrp="1"/>
          </p:cNvSpPr>
          <p:nvPr/>
        </p:nvSpPr>
        <p:spPr>
          <a:xfrm xmlns:a="http://schemas.openxmlformats.org/drawingml/2006/main">
            <a:off x="6496050" y="4095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真实数据不上生成端的网络流量证明</a:t>
            </a:r>
          </a:p>
        </p:txBody>
      </p:sp>
      <p:sp>
        <p:nvSpPr>
          <p:cNvPr id="28" name="">
            <a:extLst xmlns:a="http://schemas.openxmlformats.org/drawingml/2006/main">
              <a:ext uri="{FF2B5EF4-FFF2-40B4-BE49-F238E27FC236}">
                <a16:creationId xmlns:a16="http://schemas.microsoft.com/office/drawing/2014/main" id="{372B17D9-3E72-4D43-BED5-AE833A1F7161}"/>
              </a:ext>
            </a:extLst>
          </p:cNvPr>
          <p:cNvSpPr>
            <a:spLocks xmlns:a="http://schemas.openxmlformats.org/drawingml/2006/main" noGrp="1"/>
          </p:cNvSpPr>
          <p:nvPr/>
        </p:nvSpPr>
        <p:spPr>
          <a:xfrm xmlns:a="http://schemas.openxmlformats.org/drawingml/2006/main">
            <a:off x="6096000" y="45910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59E87"/>
                </a:solidFill>
              </a:defRPr>
            </a:pPr>
            <a:r>
              <a:rPr sz="1088" b="1">
                <a:solidFill>
                  <a:srgbClr val="159E87"/>
                </a:solidFill>
              </a:rPr>
              <a:t>06</a:t>
            </a:r>
          </a:p>
        </p:txBody>
      </p:sp>
      <p:sp>
        <p:nvSpPr>
          <p:cNvPr id="29" name="">
            <a:extLst xmlns:a="http://schemas.openxmlformats.org/drawingml/2006/main">
              <a:ext uri="{FF2B5EF4-FFF2-40B4-BE49-F238E27FC236}">
                <a16:creationId xmlns:a16="http://schemas.microsoft.com/office/drawing/2014/main" id="{617BBA7A-4CA4-4456-AFD4-AC306D92FC63}"/>
              </a:ext>
            </a:extLst>
          </p:cNvPr>
          <p:cNvSpPr>
            <a:spLocks xmlns:a="http://schemas.openxmlformats.org/drawingml/2006/main" noGrp="1"/>
          </p:cNvSpPr>
          <p:nvPr/>
        </p:nvSpPr>
        <p:spPr>
          <a:xfrm xmlns:a="http://schemas.openxmlformats.org/drawingml/2006/main">
            <a:off x="6496050" y="4572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能力失效后的同步降级前后产物</a:t>
            </a:r>
          </a:p>
        </p:txBody>
      </p:sp>
      <p:sp>
        <p:nvSpPr>
          <p:cNvPr id="30" name="">
            <a:extLst xmlns:a="http://schemas.openxmlformats.org/drawingml/2006/main">
              <a:ext uri="{FF2B5EF4-FFF2-40B4-BE49-F238E27FC236}">
                <a16:creationId xmlns:a16="http://schemas.microsoft.com/office/drawing/2014/main" id="{2936A8C0-C689-40A0-8772-1283B2912397}"/>
              </a:ext>
            </a:extLst>
          </p:cNvPr>
          <p:cNvSpPr>
            <a:spLocks xmlns:a="http://schemas.openxmlformats.org/drawingml/2006/main" noGrp="1"/>
          </p:cNvSpPr>
          <p:nvPr/>
        </p:nvSpPr>
        <p:spPr>
          <a:xfrm xmlns:a="http://schemas.openxmlformats.org/drawingml/2006/main">
            <a:off x="6096000" y="50673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a:solidFill>
                  <a:srgbClr val="159E87"/>
                </a:solidFill>
              </a:defRPr>
            </a:pPr>
            <a:r>
              <a:rPr sz="1088" b="1">
                <a:solidFill>
                  <a:srgbClr val="159E87"/>
                </a:solidFill>
              </a:rPr>
              <a:t>07</a:t>
            </a:r>
          </a:p>
        </p:txBody>
      </p:sp>
      <p:sp>
        <p:nvSpPr>
          <p:cNvPr id="31" name="">
            <a:extLst xmlns:a="http://schemas.openxmlformats.org/drawingml/2006/main">
              <a:ext uri="{FF2B5EF4-FFF2-40B4-BE49-F238E27FC236}">
                <a16:creationId xmlns:a16="http://schemas.microsoft.com/office/drawing/2014/main" id="{043C2C14-E2B0-4104-9002-E3F3FCC73F7F}"/>
              </a:ext>
            </a:extLst>
          </p:cNvPr>
          <p:cNvSpPr>
            <a:spLocks xmlns:a="http://schemas.openxmlformats.org/drawingml/2006/main" noGrp="1"/>
          </p:cNvSpPr>
          <p:nvPr/>
        </p:nvSpPr>
        <p:spPr>
          <a:xfrm xmlns:a="http://schemas.openxmlformats.org/drawingml/2006/main">
            <a:off x="6496050" y="50482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a:solidFill>
                  <a:srgbClr val="142536"/>
                </a:solidFill>
              </a:defRPr>
            </a:pPr>
            <a:r>
              <a:rPr sz="1163" b="0">
                <a:solidFill>
                  <a:srgbClr val="142536"/>
                </a:solidFill>
              </a:rPr>
              <a:t>与云端重生成和传统 Widget Provider 的对照实验</a:t>
            </a:r>
          </a:p>
        </p:txBody>
      </p:sp>
      <p:sp>
        <p:nvSpPr>
          <p:cNvPr id="32" name="">
            <a:extLst xmlns:a="http://schemas.openxmlformats.org/drawingml/2006/main">
              <a:ext uri="{FF2B5EF4-FFF2-40B4-BE49-F238E27FC236}">
                <a16:creationId xmlns:a16="http://schemas.microsoft.com/office/drawing/2014/main" id="{F24629AE-A219-4ADC-A3D1-C6B7E095DED8}"/>
              </a:ext>
            </a:extLst>
          </p:cNvPr>
          <p:cNvSpPr>
            <a:spLocks xmlns:a="http://schemas.openxmlformats.org/drawingml/2006/main" noGrp="1"/>
          </p:cNvSpPr>
          <p:nvPr/>
        </p:nvSpPr>
        <p:spPr>
          <a:xfrm xmlns:a="http://schemas.openxmlformats.org/drawingml/2006/main">
            <a:off x="685800" y="5981700"/>
            <a:ext cx="10820400" cy="323850"/>
          </a:xfrm>
          <a:prstGeom xmlns:a="http://schemas.openxmlformats.org/drawingml/2006/main" prst="roundRect">
            <a:avLst>
              <a:gd name="adj" fmla="val 23529"/>
            </a:avLst>
          </a:prstGeom>
          <a:solidFill xmlns:a="http://schemas.openxmlformats.org/drawingml/2006/main">
            <a:srgbClr val="DDF5F0"/>
          </a:solidFill>
          <a:ln xmlns:a="http://schemas.openxmlformats.org/drawingml/2006/main" w="9525">
            <a:solidFill>
              <a:srgbClr val="DDF5F0"/>
            </a:solidFill>
            <a:prstDash val="solid"/>
          </a:ln>
        </p:spPr>
      </p:sp>
      <p:sp>
        <p:nvSpPr>
          <p:cNvPr id="33" name="">
            <a:extLst xmlns:a="http://schemas.openxmlformats.org/drawingml/2006/main">
              <a:ext uri="{FF2B5EF4-FFF2-40B4-BE49-F238E27FC236}">
                <a16:creationId xmlns:a16="http://schemas.microsoft.com/office/drawing/2014/main" id="{25D500CD-1318-4224-BCED-532C59B9E967}"/>
              </a:ext>
            </a:extLst>
          </p:cNvPr>
          <p:cNvSpPr>
            <a:spLocks xmlns:a="http://schemas.openxmlformats.org/drawingml/2006/main" noGrp="1"/>
          </p:cNvSpPr>
          <p:nvPr/>
        </p:nvSpPr>
        <p:spPr>
          <a:xfrm xmlns:a="http://schemas.openxmlformats.org/drawingml/2006/main">
            <a:off x="857250" y="604837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59E87"/>
                </a:solidFill>
              </a:defRPr>
            </a:pPr>
            <a:r>
              <a:rPr sz="1200" b="1">
                <a:solidFill>
                  <a:srgbClr val="159E87"/>
                </a:solidFill>
              </a:rPr>
              <a:t>目标：形成可申请、可验证、可取证，并且不被具体 Agent / 微服务实现限制的通用保护范围。</a:t>
            </a:r>
          </a:p>
        </p:txBody>
      </p:sp>
    </p:spTree>
    <p:extLst>
      <p:ext uri="{BB962C8B-B14F-4D97-AF65-F5344CB8AC3E}">
        <p14:creationId xmlns:p14="http://schemas.microsoft.com/office/powerpoint/2010/main" val="921903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2026-07-18T07:37:21.3500000Z</dcterms:created>
  <dcterms:modified xsi:type="dcterms:W3CDTF">2026-07-18T07:37:21.3500000Z</dcterms:modified>
</coreProperties>
</file>